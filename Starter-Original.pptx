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template.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20"/>
  </p:notesMasterIdLst>
  <p:handoutMasterIdLst>
    <p:handoutMasterId r:id="rId21"/>
  </p:handoutMasterIdLst>
  <p:sldIdLst>
    <p:sldId id="291" r:id="rId5"/>
    <p:sldId id="293" r:id="rId6"/>
    <p:sldId id="294" r:id="rId7"/>
    <p:sldId id="295" r:id="rId8"/>
    <p:sldId id="296" r:id="rId9"/>
    <p:sldId id="297" r:id="rId10"/>
    <p:sldId id="298" r:id="rId11"/>
    <p:sldId id="299" r:id="rId12"/>
    <p:sldId id="300" r:id="rId13"/>
    <p:sldId id="301" r:id="rId14"/>
    <p:sldId id="302" r:id="rId15"/>
    <p:sldId id="303" r:id="rId16"/>
    <p:sldId id="304" r:id="rId17"/>
    <p:sldId id="305" r:id="rId18"/>
    <p:sldId id="306" r:id="rId19"/>
  </p:sldIdLst>
  <p:sldSz cx="12192000" cy="6858000"/>
  <p:notesSz cx="6858000" cy="9144000"/>
  <p:embeddedFontLst>
    <p:embeddedFont>
      <p:font typeface="Century Gothic" panose="020B0502020202020204" pitchFamily="34" charset="0"/>
      <p:regular r:id="rId22"/>
      <p:bold r:id="rId23"/>
      <p:italic r:id="rId24"/>
      <p:boldItalic r:id="rId25"/>
    </p:embeddedFont>
    <p:embeddedFont>
      <p:font typeface="Khula" panose="02000000000000000000" pitchFamily="2" charset="0"/>
      <p:regular r:id="rId26"/>
      <p:bold r:id="rId27"/>
    </p:embeddedFont>
    <p:embeddedFont>
      <p:font typeface="Khula SemiBold" panose="02000000000000000000" pitchFamily="2" charset="0"/>
      <p:regular r:id="rId28"/>
      <p:bold r:id="rId29"/>
    </p:embeddedFont>
    <p:embeddedFont>
      <p:font typeface="Open Sans" panose="020B0606030504020204" pitchFamily="34" charset="0"/>
      <p:regular r:id="rId30"/>
      <p:bold r:id="rId31"/>
      <p:italic r:id="rId32"/>
      <p:boldItalic r:id="rId33"/>
    </p:embeddedFont>
    <p:embeddedFont>
      <p:font typeface="Open Sans Extrabold" panose="020B0906030804020204" pitchFamily="34" charset="0"/>
      <p:bold r:id="rId34"/>
      <p:italic r:id="rId35"/>
      <p:boldItalic r:id="rId36"/>
    </p:embeddedFont>
    <p:embeddedFont>
      <p:font typeface="Open Sans Extrabold" panose="020B0906030804020204" pitchFamily="34" charset="0"/>
      <p:bold r:id="rId34"/>
      <p:italic r:id="rId35"/>
      <p:boldItalic r:id="rId36"/>
    </p:embeddedFont>
    <p:embeddedFont>
      <p:font typeface="Poppins" pitchFamily="2" charset="77"/>
      <p:regular r:id="rId37"/>
      <p:bold r:id="rId38"/>
      <p:italic r:id="rId39"/>
      <p:boldItalic r:id="rId40"/>
    </p:embeddedFont>
    <p:embeddedFont>
      <p:font typeface="Poppins ExtraBold" panose="00000900000000000000" pitchFamily="2" charset="77"/>
      <p:bold r:id="rId41"/>
      <p:italic r:id="rId42"/>
      <p:boldItalic r:id="rId43"/>
    </p:embeddedFont>
    <p:embeddedFont>
      <p:font typeface="Poppins Medium" panose="00000600000000000000" pitchFamily="2" charset="77"/>
      <p:regular r:id="rId44"/>
      <p:italic r:id="rId45"/>
    </p:embeddedFont>
    <p:embeddedFont>
      <p:font typeface="Poppins SemiBold" panose="00000700000000000000" pitchFamily="2" charset="77"/>
      <p:regular r:id="rId46"/>
      <p:bold r:id="rId47"/>
      <p:italic r:id="rId48"/>
      <p:boldItalic r:id="rId49"/>
    </p:embeddedFont>
  </p:embeddedFontLst>
  <p:defaultText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596"/>
    <a:srgbClr val="EA592C"/>
    <a:srgbClr val="168FB2"/>
    <a:srgbClr val="E48736"/>
    <a:srgbClr val="0F7975"/>
    <a:srgbClr val="4597D3"/>
    <a:srgbClr val="5CC3A8"/>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8"/>
  </p:normalViewPr>
  <p:slideViewPr>
    <p:cSldViewPr snapToGrid="0">
      <p:cViewPr varScale="1">
        <p:scale>
          <a:sx n="119" d="100"/>
          <a:sy n="119" d="100"/>
        </p:scale>
        <p:origin x="504" y="17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handoutMaster" Target="handoutMasters/handoutMaster1.xml"/><Relationship Id="rId34" Type="http://schemas.openxmlformats.org/officeDocument/2006/relationships/font" Target="fonts/font13.fntdata"/><Relationship Id="rId42" Type="http://schemas.openxmlformats.org/officeDocument/2006/relationships/font" Target="fonts/font21.fntdata"/><Relationship Id="rId47" Type="http://schemas.openxmlformats.org/officeDocument/2006/relationships/font" Target="fonts/font26.fntdata"/><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font" Target="fonts/font8.fntdata"/><Relationship Id="rId11" Type="http://schemas.openxmlformats.org/officeDocument/2006/relationships/slide" Target="slides/slide7.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font" Target="fonts/font19.fntdata"/><Relationship Id="rId45" Type="http://schemas.openxmlformats.org/officeDocument/2006/relationships/font" Target="fonts/font24.fntdata"/><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0.fntdata"/><Relationship Id="rId44" Type="http://schemas.openxmlformats.org/officeDocument/2006/relationships/font" Target="fonts/font23.fntdata"/><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openxmlformats.org/officeDocument/2006/relationships/font" Target="fonts/font22.fntdata"/><Relationship Id="rId48" Type="http://schemas.openxmlformats.org/officeDocument/2006/relationships/font" Target="fonts/font27.fntdata"/><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46" Type="http://schemas.openxmlformats.org/officeDocument/2006/relationships/font" Target="fonts/font25.fntdata"/><Relationship Id="rId20" Type="http://schemas.openxmlformats.org/officeDocument/2006/relationships/notesMaster" Target="notesMasters/notesMaster1.xml"/><Relationship Id="rId41" Type="http://schemas.openxmlformats.org/officeDocument/2006/relationships/font" Target="fonts/font20.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49" Type="http://schemas.openxmlformats.org/officeDocument/2006/relationships/font" Target="fonts/font28.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8282CA-E236-4614-036E-C5C0C936C65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E8B065F-4AF1-21F2-CF82-78658D8AD9E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586793-C8A1-F947-908B-E0EDCF860903}" type="datetimeFigureOut">
              <a:rPr lang="en-US" smtClean="0"/>
              <a:t>10/31/25</a:t>
            </a:fld>
            <a:endParaRPr lang="en-US"/>
          </a:p>
        </p:txBody>
      </p:sp>
      <p:sp>
        <p:nvSpPr>
          <p:cNvPr id="4" name="Footer Placeholder 3">
            <a:extLst>
              <a:ext uri="{FF2B5EF4-FFF2-40B4-BE49-F238E27FC236}">
                <a16:creationId xmlns:a16="http://schemas.microsoft.com/office/drawing/2014/main" id="{178BE100-080F-43CA-3598-3B1AF4069CD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843D58-784A-ABD4-14C2-E6339A9C0D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B9651B8-9A00-AB4E-BE59-6952469B4ED5}" type="slidenum">
              <a:rPr lang="en-US" smtClean="0"/>
              <a:t>‹#›</a:t>
            </a:fld>
            <a:endParaRPr lang="en-US"/>
          </a:p>
        </p:txBody>
      </p:sp>
    </p:spTree>
    <p:extLst>
      <p:ext uri="{BB962C8B-B14F-4D97-AF65-F5344CB8AC3E}">
        <p14:creationId xmlns:p14="http://schemas.microsoft.com/office/powerpoint/2010/main" val="7888924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A18E33-7982-7242-B011-19D9B39AC4BA}" type="datetimeFigureOut">
              <a:rPr lang="en-MX" smtClean="0"/>
              <a:t>10/31/25</a:t>
            </a:fld>
            <a:endParaRPr lang="en-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DEB2A5-DDCF-604F-A595-5664085F7F7D}" type="slidenum">
              <a:rPr lang="en-MX" smtClean="0"/>
              <a:t>‹#›</a:t>
            </a:fld>
            <a:endParaRPr lang="en-MX"/>
          </a:p>
        </p:txBody>
      </p:sp>
    </p:spTree>
    <p:extLst>
      <p:ext uri="{BB962C8B-B14F-4D97-AF65-F5344CB8AC3E}">
        <p14:creationId xmlns:p14="http://schemas.microsoft.com/office/powerpoint/2010/main" val="3787645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incipal Title Slide">
    <p:spTree>
      <p:nvGrpSpPr>
        <p:cNvPr id="1" name=""/>
        <p:cNvGrpSpPr/>
        <p:nvPr/>
      </p:nvGrpSpPr>
      <p:grpSpPr>
        <a:xfrm>
          <a:off x="0" y="0"/>
          <a:ext cx="0" cy="0"/>
          <a:chOff x="0" y="0"/>
          <a:chExt cx="0" cy="0"/>
        </a:xfrm>
      </p:grpSpPr>
      <p:pic>
        <p:nvPicPr>
          <p:cNvPr id="5" name="Picture 4" descr="Shape, rectangle&#10;&#10;Description automatically generated with medium confidence">
            <a:extLst>
              <a:ext uri="{FF2B5EF4-FFF2-40B4-BE49-F238E27FC236}">
                <a16:creationId xmlns:a16="http://schemas.microsoft.com/office/drawing/2014/main" id="{BE88C6CA-F385-3E1E-CFB9-B68BBE9745B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B6B8D9B-1FBE-987A-28BE-4AF3449CC788}"/>
              </a:ext>
            </a:extLst>
          </p:cNvPr>
          <p:cNvSpPr>
            <a:spLocks noGrp="1"/>
          </p:cNvSpPr>
          <p:nvPr>
            <p:ph type="ctrTitle"/>
          </p:nvPr>
        </p:nvSpPr>
        <p:spPr>
          <a:xfrm>
            <a:off x="891822" y="3234055"/>
            <a:ext cx="9144000" cy="631296"/>
          </a:xfrm>
        </p:spPr>
        <p:txBody>
          <a:bodyPr anchor="b">
            <a:normAutofit/>
          </a:bodyPr>
          <a:lstStyle>
            <a:lvl1pPr algn="l">
              <a:defRPr sz="2800" b="1" i="0">
                <a:solidFill>
                  <a:srgbClr val="005596"/>
                </a:solidFill>
                <a:latin typeface="Poppins" pitchFamily="2" charset="77"/>
                <a:cs typeface="Poppins" pitchFamily="2" charset="77"/>
              </a:defRPr>
            </a:lvl1pPr>
          </a:lstStyle>
          <a:p>
            <a:r>
              <a:rPr lang="en-US"/>
              <a:t>Click to edit Master title style</a:t>
            </a:r>
            <a:endParaRPr lang="en-MX"/>
          </a:p>
        </p:txBody>
      </p:sp>
      <p:sp>
        <p:nvSpPr>
          <p:cNvPr id="3" name="Subtitle 2">
            <a:extLst>
              <a:ext uri="{FF2B5EF4-FFF2-40B4-BE49-F238E27FC236}">
                <a16:creationId xmlns:a16="http://schemas.microsoft.com/office/drawing/2014/main" id="{99C6A678-285D-C74C-A3AB-61F33055CDD2}"/>
              </a:ext>
            </a:extLst>
          </p:cNvPr>
          <p:cNvSpPr>
            <a:spLocks noGrp="1"/>
          </p:cNvSpPr>
          <p:nvPr>
            <p:ph type="subTitle" idx="1"/>
          </p:nvPr>
        </p:nvSpPr>
        <p:spPr>
          <a:xfrm>
            <a:off x="893276" y="3966478"/>
            <a:ext cx="9144000" cy="528370"/>
          </a:xfrm>
          <a:prstGeom prst="rect">
            <a:avLst/>
          </a:prstGeom>
        </p:spPr>
        <p:txBody>
          <a:bodyPr>
            <a:normAutofit/>
          </a:bodyPr>
          <a:lstStyle>
            <a:lvl1pPr marL="0" indent="0" algn="l">
              <a:buNone/>
              <a:defRPr sz="2000" b="0" i="0">
                <a:solidFill>
                  <a:schemeClr val="tx1">
                    <a:lumMod val="50000"/>
                    <a:lumOff val="50000"/>
                  </a:schemeClr>
                </a:solidFill>
                <a:latin typeface="Poppins" pitchFamily="2" charset="77"/>
                <a:cs typeface="Poppi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X"/>
          </a:p>
        </p:txBody>
      </p:sp>
      <p:pic>
        <p:nvPicPr>
          <p:cNvPr id="14" name="Picture 13" descr="Logo&#10;&#10;Description automatically generated">
            <a:extLst>
              <a:ext uri="{FF2B5EF4-FFF2-40B4-BE49-F238E27FC236}">
                <a16:creationId xmlns:a16="http://schemas.microsoft.com/office/drawing/2014/main" id="{DFF4E328-04ED-1D34-5362-6AC1FF0DA57C}"/>
              </a:ext>
            </a:extLst>
          </p:cNvPr>
          <p:cNvPicPr>
            <a:picLocks noChangeAspect="1"/>
          </p:cNvPicPr>
          <p:nvPr userDrawn="1"/>
        </p:nvPicPr>
        <p:blipFill>
          <a:blip r:embed="rId3"/>
          <a:stretch>
            <a:fillRect/>
          </a:stretch>
        </p:blipFill>
        <p:spPr>
          <a:xfrm>
            <a:off x="891822" y="1681203"/>
            <a:ext cx="3227632" cy="1434503"/>
          </a:xfrm>
          <a:prstGeom prst="rect">
            <a:avLst/>
          </a:prstGeom>
        </p:spPr>
      </p:pic>
      <p:sp>
        <p:nvSpPr>
          <p:cNvPr id="12" name="Text Placeholder 2">
            <a:extLst>
              <a:ext uri="{FF2B5EF4-FFF2-40B4-BE49-F238E27FC236}">
                <a16:creationId xmlns:a16="http://schemas.microsoft.com/office/drawing/2014/main" id="{B8FB2F36-F96E-DBFB-4387-CD5A05718028}"/>
              </a:ext>
            </a:extLst>
          </p:cNvPr>
          <p:cNvSpPr>
            <a:spLocks noGrp="1"/>
          </p:cNvSpPr>
          <p:nvPr>
            <p:ph type="body" idx="13" hasCustomPrompt="1"/>
          </p:nvPr>
        </p:nvSpPr>
        <p:spPr>
          <a:xfrm>
            <a:off x="7519063" y="5462195"/>
            <a:ext cx="4155093" cy="683112"/>
          </a:xfrm>
          <a:prstGeom prst="rect">
            <a:avLst/>
          </a:prstGeom>
        </p:spPr>
        <p:txBody>
          <a:bodyPr>
            <a:normAutofit/>
          </a:bodyPr>
          <a:lstStyle>
            <a:lvl1pPr marL="0" indent="0">
              <a:buNone/>
              <a:defRPr sz="2400" b="1" i="0">
                <a:solidFill>
                  <a:srgbClr val="005596"/>
                </a:solidFill>
                <a:latin typeface="Poppins SemiBold" pitchFamily="2" charset="77"/>
                <a:cs typeface="Poppins SemiBold"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JOHN DOE</a:t>
            </a:r>
          </a:p>
        </p:txBody>
      </p:sp>
      <p:sp>
        <p:nvSpPr>
          <p:cNvPr id="6" name="TextBox 5">
            <a:extLst>
              <a:ext uri="{FF2B5EF4-FFF2-40B4-BE49-F238E27FC236}">
                <a16:creationId xmlns:a16="http://schemas.microsoft.com/office/drawing/2014/main" id="{4AA1D465-B636-AD01-A485-0C126BD591CE}"/>
              </a:ext>
            </a:extLst>
          </p:cNvPr>
          <p:cNvSpPr txBox="1"/>
          <p:nvPr userDrawn="1"/>
        </p:nvSpPr>
        <p:spPr>
          <a:xfrm>
            <a:off x="3821288" y="6494624"/>
            <a:ext cx="454942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i="0">
                <a:solidFill>
                  <a:schemeClr val="bg1">
                    <a:alpha val="27925"/>
                  </a:schemeClr>
                </a:solidFill>
                <a:effectLst/>
                <a:latin typeface="Khula" panose="02000000000000000000" pitchFamily="2" charset="0"/>
                <a:cs typeface="Khula" panose="02000000000000000000" pitchFamily="2" charset="0"/>
              </a:rPr>
              <a:t>© 2025 Improving. All Rights Reserved.</a:t>
            </a:r>
            <a:endParaRPr lang="en-MX" sz="900">
              <a:solidFill>
                <a:schemeClr val="bg1">
                  <a:alpha val="27925"/>
                </a:schemeClr>
              </a:solidFill>
              <a:latin typeface="Khula" panose="02000000000000000000" pitchFamily="2" charset="0"/>
              <a:cs typeface="Khula" panose="02000000000000000000" pitchFamily="2" charset="0"/>
            </a:endParaRPr>
          </a:p>
          <a:p>
            <a:endParaRPr lang="en-MX" sz="900">
              <a:solidFill>
                <a:schemeClr val="bg1">
                  <a:alpha val="27925"/>
                </a:schemeClr>
              </a:solidFill>
            </a:endParaRPr>
          </a:p>
        </p:txBody>
      </p:sp>
    </p:spTree>
    <p:extLst>
      <p:ext uri="{BB962C8B-B14F-4D97-AF65-F5344CB8AC3E}">
        <p14:creationId xmlns:p14="http://schemas.microsoft.com/office/powerpoint/2010/main" val="3644819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te Page">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8263D1B3-4C39-678E-AA0B-70DFC03020B8}"/>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55A03D7-0C8A-2FF8-DD55-E44EF7754A2A}"/>
              </a:ext>
            </a:extLst>
          </p:cNvPr>
          <p:cNvSpPr>
            <a:spLocks noGrp="1"/>
          </p:cNvSpPr>
          <p:nvPr>
            <p:ph type="title"/>
          </p:nvPr>
        </p:nvSpPr>
        <p:spPr>
          <a:xfrm>
            <a:off x="705913" y="2933878"/>
            <a:ext cx="10515600" cy="508001"/>
          </a:xfrm>
        </p:spPr>
        <p:txBody>
          <a:bodyPr>
            <a:normAutofit/>
          </a:bodyPr>
          <a:lstStyle>
            <a:lvl1pPr>
              <a:defRPr sz="2800">
                <a:solidFill>
                  <a:schemeClr val="bg1"/>
                </a:solidFill>
                <a:latin typeface="Poppins" pitchFamily="2" charset="77"/>
                <a:cs typeface="Poppins" pitchFamily="2" charset="77"/>
              </a:defRPr>
            </a:lvl1pPr>
          </a:lstStyle>
          <a:p>
            <a:r>
              <a:rPr lang="en-US"/>
              <a:t>Click to edit Master title style</a:t>
            </a:r>
            <a:endParaRPr lang="en-MX"/>
          </a:p>
        </p:txBody>
      </p:sp>
      <p:sp>
        <p:nvSpPr>
          <p:cNvPr id="11" name="Subtitle 2">
            <a:extLst>
              <a:ext uri="{FF2B5EF4-FFF2-40B4-BE49-F238E27FC236}">
                <a16:creationId xmlns:a16="http://schemas.microsoft.com/office/drawing/2014/main" id="{06160FDB-07E2-9B48-493B-80748EBAF3CC}"/>
              </a:ext>
            </a:extLst>
          </p:cNvPr>
          <p:cNvSpPr>
            <a:spLocks noGrp="1"/>
          </p:cNvSpPr>
          <p:nvPr>
            <p:ph type="subTitle" idx="1"/>
          </p:nvPr>
        </p:nvSpPr>
        <p:spPr>
          <a:xfrm>
            <a:off x="705913" y="3429000"/>
            <a:ext cx="9144000" cy="528370"/>
          </a:xfrm>
          <a:prstGeom prst="rect">
            <a:avLst/>
          </a:prstGeom>
        </p:spPr>
        <p:txBody>
          <a:bodyPr>
            <a:normAutofit/>
          </a:bodyPr>
          <a:lstStyle>
            <a:lvl1pPr marL="0" indent="0" algn="l">
              <a:buNone/>
              <a:defRPr sz="2000" b="0" i="0">
                <a:solidFill>
                  <a:schemeClr val="bg1"/>
                </a:solidFill>
                <a:latin typeface="Poppins" pitchFamily="2" charset="77"/>
                <a:cs typeface="Poppi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X"/>
          </a:p>
        </p:txBody>
      </p:sp>
    </p:spTree>
    <p:extLst>
      <p:ext uri="{BB962C8B-B14F-4D97-AF65-F5344CB8AC3E}">
        <p14:creationId xmlns:p14="http://schemas.microsoft.com/office/powerpoint/2010/main" val="385183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37F2-5E51-EBE6-FB74-03ECD1F0CB05}"/>
              </a:ext>
            </a:extLst>
          </p:cNvPr>
          <p:cNvSpPr>
            <a:spLocks noGrp="1"/>
          </p:cNvSpPr>
          <p:nvPr>
            <p:ph type="title"/>
          </p:nvPr>
        </p:nvSpPr>
        <p:spPr>
          <a:xfrm>
            <a:off x="468489" y="434446"/>
            <a:ext cx="11205668"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a:t>Click to edit Master title style</a:t>
            </a:r>
            <a:endParaRPr lang="en-MX"/>
          </a:p>
        </p:txBody>
      </p:sp>
      <p:pic>
        <p:nvPicPr>
          <p:cNvPr id="9" name="Picture 8" descr="Logo&#10;&#10;Description automatically generated">
            <a:extLst>
              <a:ext uri="{FF2B5EF4-FFF2-40B4-BE49-F238E27FC236}">
                <a16:creationId xmlns:a16="http://schemas.microsoft.com/office/drawing/2014/main" id="{0EAA4B5E-3525-86D1-43B2-EEF957A6A5F8}"/>
              </a:ext>
            </a:extLst>
          </p:cNvPr>
          <p:cNvPicPr>
            <a:picLocks noChangeAspect="1"/>
          </p:cNvPicPr>
          <p:nvPr userDrawn="1"/>
        </p:nvPicPr>
        <p:blipFill>
          <a:blip r:embed="rId2"/>
          <a:stretch>
            <a:fillRect/>
          </a:stretch>
        </p:blipFill>
        <p:spPr>
          <a:xfrm>
            <a:off x="10294021" y="6384043"/>
            <a:ext cx="1380136" cy="445205"/>
          </a:xfrm>
          <a:prstGeom prst="rect">
            <a:avLst/>
          </a:prstGeom>
        </p:spPr>
      </p:pic>
      <p:sp>
        <p:nvSpPr>
          <p:cNvPr id="10" name="Content Placeholder 9">
            <a:extLst>
              <a:ext uri="{FF2B5EF4-FFF2-40B4-BE49-F238E27FC236}">
                <a16:creationId xmlns:a16="http://schemas.microsoft.com/office/drawing/2014/main" id="{76DB217A-F6B3-74AC-D9F2-0EF851F4881D}"/>
              </a:ext>
            </a:extLst>
          </p:cNvPr>
          <p:cNvSpPr>
            <a:spLocks noGrp="1"/>
          </p:cNvSpPr>
          <p:nvPr>
            <p:ph sz="quarter" idx="10"/>
          </p:nvPr>
        </p:nvSpPr>
        <p:spPr>
          <a:xfrm>
            <a:off x="468313" y="1885244"/>
            <a:ext cx="11206162" cy="3999619"/>
          </a:xfrm>
          <a:prstGeom prst="rect">
            <a:avLst/>
          </a:prstGeom>
        </p:spPr>
        <p:txBody>
          <a:bodyPr>
            <a:normAutofit/>
          </a:bodyPr>
          <a:lstStyle>
            <a:lvl1pPr>
              <a:defRPr sz="1400">
                <a:latin typeface="Khula" panose="02000000000000000000" pitchFamily="2" charset="0"/>
                <a:cs typeface="Khula" panose="02000000000000000000" pitchFamily="2" charset="0"/>
              </a:defRPr>
            </a:lvl1pPr>
          </a:lstStyle>
          <a:p>
            <a:pPr lvl="0"/>
            <a:r>
              <a:rPr lang="en-US"/>
              <a:t>Click to edit Master text styles</a:t>
            </a:r>
          </a:p>
        </p:txBody>
      </p:sp>
      <p:sp>
        <p:nvSpPr>
          <p:cNvPr id="7" name="Text Placeholder 6">
            <a:extLst>
              <a:ext uri="{FF2B5EF4-FFF2-40B4-BE49-F238E27FC236}">
                <a16:creationId xmlns:a16="http://schemas.microsoft.com/office/drawing/2014/main" id="{8B772F0C-A603-1AAE-F130-CB75D94E66CB}"/>
              </a:ext>
            </a:extLst>
          </p:cNvPr>
          <p:cNvSpPr>
            <a:spLocks noGrp="1"/>
          </p:cNvSpPr>
          <p:nvPr>
            <p:ph type="body" sz="quarter" idx="11" hasCustomPrompt="1"/>
          </p:nvPr>
        </p:nvSpPr>
        <p:spPr>
          <a:xfrm>
            <a:off x="468313" y="1030638"/>
            <a:ext cx="11206162" cy="667809"/>
          </a:xfrm>
        </p:spPr>
        <p:txBody>
          <a:bodyPr lIns="72000" tIns="36000" rIns="216000" bIns="288000">
            <a:normAutofit/>
          </a:bodyPr>
          <a:lstStyle>
            <a:lvl1pPr>
              <a:lnSpc>
                <a:spcPct val="100000"/>
              </a:lnSpc>
              <a:spcBef>
                <a:spcPts val="8"/>
              </a:spcBef>
              <a:spcAft>
                <a:spcPts val="8"/>
              </a:spcAft>
              <a:defRPr sz="2000" b="0" i="0">
                <a:solidFill>
                  <a:schemeClr val="bg1">
                    <a:lumMod val="50000"/>
                  </a:schemeClr>
                </a:solidFill>
                <a:latin typeface="Poppins Medium" pitchFamily="2" charset="77"/>
                <a:cs typeface="Poppins Medium" pitchFamily="2" charset="77"/>
              </a:defRPr>
            </a:lvl1pPr>
          </a:lstStyle>
          <a:p>
            <a:r>
              <a:rPr lang="en-US"/>
              <a:t>Click to edit Master subtitle style</a:t>
            </a:r>
          </a:p>
        </p:txBody>
      </p:sp>
    </p:spTree>
    <p:extLst>
      <p:ext uri="{BB962C8B-B14F-4D97-AF65-F5344CB8AC3E}">
        <p14:creationId xmlns:p14="http://schemas.microsoft.com/office/powerpoint/2010/main" val="2697968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text box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F37F2-5E51-EBE6-FB74-03ECD1F0CB05}"/>
              </a:ext>
            </a:extLst>
          </p:cNvPr>
          <p:cNvSpPr>
            <a:spLocks noGrp="1"/>
          </p:cNvSpPr>
          <p:nvPr>
            <p:ph type="title"/>
          </p:nvPr>
        </p:nvSpPr>
        <p:spPr>
          <a:xfrm>
            <a:off x="468489" y="434446"/>
            <a:ext cx="11255022"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a:t>Click to edit Master title style</a:t>
            </a:r>
            <a:endParaRPr lang="en-MX"/>
          </a:p>
        </p:txBody>
      </p:sp>
      <p:pic>
        <p:nvPicPr>
          <p:cNvPr id="9" name="Picture 8" descr="Logo&#10;&#10;Description automatically generated">
            <a:extLst>
              <a:ext uri="{FF2B5EF4-FFF2-40B4-BE49-F238E27FC236}">
                <a16:creationId xmlns:a16="http://schemas.microsoft.com/office/drawing/2014/main" id="{0EAA4B5E-3525-86D1-43B2-EEF957A6A5F8}"/>
              </a:ext>
            </a:extLst>
          </p:cNvPr>
          <p:cNvPicPr>
            <a:picLocks noChangeAspect="1"/>
          </p:cNvPicPr>
          <p:nvPr userDrawn="1"/>
        </p:nvPicPr>
        <p:blipFill>
          <a:blip r:embed="rId2"/>
          <a:stretch>
            <a:fillRect/>
          </a:stretch>
        </p:blipFill>
        <p:spPr>
          <a:xfrm>
            <a:off x="10294021" y="6384043"/>
            <a:ext cx="1380136" cy="445205"/>
          </a:xfrm>
          <a:prstGeom prst="rect">
            <a:avLst/>
          </a:prstGeom>
        </p:spPr>
      </p:pic>
      <p:sp>
        <p:nvSpPr>
          <p:cNvPr id="6" name="Content Placeholder 5">
            <a:extLst>
              <a:ext uri="{FF2B5EF4-FFF2-40B4-BE49-F238E27FC236}">
                <a16:creationId xmlns:a16="http://schemas.microsoft.com/office/drawing/2014/main" id="{9E73EDE8-942A-C67F-DE1C-BE6A4B25F941}"/>
              </a:ext>
            </a:extLst>
          </p:cNvPr>
          <p:cNvSpPr>
            <a:spLocks noGrp="1"/>
          </p:cNvSpPr>
          <p:nvPr>
            <p:ph sz="quarter" idx="11"/>
          </p:nvPr>
        </p:nvSpPr>
        <p:spPr>
          <a:xfrm>
            <a:off x="468489" y="1744134"/>
            <a:ext cx="5394960" cy="4194466"/>
          </a:xfrm>
          <a:prstGeom prst="rect">
            <a:avLst/>
          </a:prstGeo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p:txBody>
      </p:sp>
      <p:sp>
        <p:nvSpPr>
          <p:cNvPr id="8" name="Content Placeholder 5">
            <a:extLst>
              <a:ext uri="{FF2B5EF4-FFF2-40B4-BE49-F238E27FC236}">
                <a16:creationId xmlns:a16="http://schemas.microsoft.com/office/drawing/2014/main" id="{774CE37E-4F1A-62C7-ADCA-33781ABD6614}"/>
              </a:ext>
            </a:extLst>
          </p:cNvPr>
          <p:cNvSpPr>
            <a:spLocks noGrp="1"/>
          </p:cNvSpPr>
          <p:nvPr>
            <p:ph sz="quarter" idx="12"/>
          </p:nvPr>
        </p:nvSpPr>
        <p:spPr>
          <a:xfrm>
            <a:off x="6279197" y="1743240"/>
            <a:ext cx="5394960" cy="4194467"/>
          </a:xfrm>
          <a:prstGeom prst="rect">
            <a:avLst/>
          </a:prstGeo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p:txBody>
      </p:sp>
      <p:sp>
        <p:nvSpPr>
          <p:cNvPr id="3" name="Text Placeholder 6">
            <a:extLst>
              <a:ext uri="{FF2B5EF4-FFF2-40B4-BE49-F238E27FC236}">
                <a16:creationId xmlns:a16="http://schemas.microsoft.com/office/drawing/2014/main" id="{BE8B51DB-C770-DED1-2745-73661B76F888}"/>
              </a:ext>
            </a:extLst>
          </p:cNvPr>
          <p:cNvSpPr>
            <a:spLocks noGrp="1"/>
          </p:cNvSpPr>
          <p:nvPr>
            <p:ph type="body" sz="quarter" idx="13" hasCustomPrompt="1"/>
          </p:nvPr>
        </p:nvSpPr>
        <p:spPr>
          <a:xfrm>
            <a:off x="468313" y="1030638"/>
            <a:ext cx="11206162" cy="667809"/>
          </a:xfrm>
        </p:spPr>
        <p:txBody>
          <a:bodyPr lIns="72000" tIns="36000" rIns="216000" bIns="288000">
            <a:normAutofit/>
          </a:bodyPr>
          <a:lstStyle>
            <a:lvl1pPr>
              <a:lnSpc>
                <a:spcPct val="100000"/>
              </a:lnSpc>
              <a:spcBef>
                <a:spcPts val="8"/>
              </a:spcBef>
              <a:spcAft>
                <a:spcPts val="8"/>
              </a:spcAft>
              <a:defRPr sz="2000" b="0" i="0">
                <a:solidFill>
                  <a:schemeClr val="bg1">
                    <a:lumMod val="50000"/>
                  </a:schemeClr>
                </a:solidFill>
                <a:latin typeface="Poppins Medium" pitchFamily="2" charset="77"/>
                <a:cs typeface="Poppins Medium" pitchFamily="2" charset="77"/>
              </a:defRPr>
            </a:lvl1pPr>
          </a:lstStyle>
          <a:p>
            <a:r>
              <a:rPr lang="en-US"/>
              <a:t>Click to edit Master subtitle style</a:t>
            </a:r>
          </a:p>
        </p:txBody>
      </p:sp>
    </p:spTree>
    <p:extLst>
      <p:ext uri="{BB962C8B-B14F-4D97-AF65-F5344CB8AC3E}">
        <p14:creationId xmlns:p14="http://schemas.microsoft.com/office/powerpoint/2010/main" val="3460269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box left">
    <p:spTree>
      <p:nvGrpSpPr>
        <p:cNvPr id="1" name=""/>
        <p:cNvGrpSpPr/>
        <p:nvPr/>
      </p:nvGrpSpPr>
      <p:grpSpPr>
        <a:xfrm>
          <a:off x="0" y="0"/>
          <a:ext cx="0" cy="0"/>
          <a:chOff x="0" y="0"/>
          <a:chExt cx="0" cy="0"/>
        </a:xfrm>
      </p:grpSpPr>
      <p:pic>
        <p:nvPicPr>
          <p:cNvPr id="9" name="Picture 8" descr="Logo&#10;&#10;Description automatically generated">
            <a:extLst>
              <a:ext uri="{FF2B5EF4-FFF2-40B4-BE49-F238E27FC236}">
                <a16:creationId xmlns:a16="http://schemas.microsoft.com/office/drawing/2014/main" id="{0EAA4B5E-3525-86D1-43B2-EEF957A6A5F8}"/>
              </a:ext>
            </a:extLst>
          </p:cNvPr>
          <p:cNvPicPr>
            <a:picLocks noChangeAspect="1"/>
          </p:cNvPicPr>
          <p:nvPr userDrawn="1"/>
        </p:nvPicPr>
        <p:blipFill>
          <a:blip r:embed="rId2"/>
          <a:stretch>
            <a:fillRect/>
          </a:stretch>
        </p:blipFill>
        <p:spPr>
          <a:xfrm>
            <a:off x="10294021" y="6384043"/>
            <a:ext cx="1380136" cy="445205"/>
          </a:xfrm>
          <a:prstGeom prst="rect">
            <a:avLst/>
          </a:prstGeom>
        </p:spPr>
      </p:pic>
      <p:sp>
        <p:nvSpPr>
          <p:cNvPr id="3" name="Rectangle 2">
            <a:extLst>
              <a:ext uri="{FF2B5EF4-FFF2-40B4-BE49-F238E27FC236}">
                <a16:creationId xmlns:a16="http://schemas.microsoft.com/office/drawing/2014/main" id="{FF39C3A6-20B8-E520-FD58-D3159B183363}"/>
              </a:ext>
            </a:extLst>
          </p:cNvPr>
          <p:cNvSpPr/>
          <p:nvPr userDrawn="1"/>
        </p:nvSpPr>
        <p:spPr>
          <a:xfrm>
            <a:off x="0" y="28752"/>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 name="Title 1">
            <a:extLst>
              <a:ext uri="{FF2B5EF4-FFF2-40B4-BE49-F238E27FC236}">
                <a16:creationId xmlns:a16="http://schemas.microsoft.com/office/drawing/2014/main" id="{A6BF37F2-5E51-EBE6-FB74-03ECD1F0CB05}"/>
              </a:ext>
            </a:extLst>
          </p:cNvPr>
          <p:cNvSpPr>
            <a:spLocks noGrp="1"/>
          </p:cNvSpPr>
          <p:nvPr>
            <p:ph type="title" hasCustomPrompt="1"/>
          </p:nvPr>
        </p:nvSpPr>
        <p:spPr>
          <a:xfrm>
            <a:off x="468489" y="434446"/>
            <a:ext cx="5394960" cy="667808"/>
          </a:xfrm>
        </p:spPr>
        <p:txBody>
          <a:bodyPr anchor="b">
            <a:noAutofit/>
          </a:bodyPr>
          <a:lstStyle>
            <a:lvl1pPr>
              <a:defRPr sz="3200" b="1">
                <a:solidFill>
                  <a:srgbClr val="005596"/>
                </a:solidFill>
                <a:latin typeface="Poppins" pitchFamily="2" charset="77"/>
                <a:cs typeface="Poppins" pitchFamily="2" charset="77"/>
              </a:defRPr>
            </a:lvl1pPr>
          </a:lstStyle>
          <a:p>
            <a:r>
              <a:rPr lang="en-US"/>
              <a:t>Click to edit Master  </a:t>
            </a:r>
            <a:endParaRPr lang="en-MX"/>
          </a:p>
        </p:txBody>
      </p:sp>
      <p:sp>
        <p:nvSpPr>
          <p:cNvPr id="6" name="Content Placeholder 5">
            <a:extLst>
              <a:ext uri="{FF2B5EF4-FFF2-40B4-BE49-F238E27FC236}">
                <a16:creationId xmlns:a16="http://schemas.microsoft.com/office/drawing/2014/main" id="{9E73EDE8-942A-C67F-DE1C-BE6A4B25F941}"/>
              </a:ext>
            </a:extLst>
          </p:cNvPr>
          <p:cNvSpPr>
            <a:spLocks noGrp="1"/>
          </p:cNvSpPr>
          <p:nvPr>
            <p:ph sz="quarter" idx="11"/>
          </p:nvPr>
        </p:nvSpPr>
        <p:spPr>
          <a:xfrm>
            <a:off x="468489" y="1744134"/>
            <a:ext cx="5394960" cy="4194466"/>
          </a:xfrm>
          <a:prstGeom prst="rect">
            <a:avLst/>
          </a:prstGeo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p:txBody>
      </p:sp>
      <p:pic>
        <p:nvPicPr>
          <p:cNvPr id="5" name="Picture 4" descr="Logo&#10;&#10;Description automatically generated">
            <a:extLst>
              <a:ext uri="{FF2B5EF4-FFF2-40B4-BE49-F238E27FC236}">
                <a16:creationId xmlns:a16="http://schemas.microsoft.com/office/drawing/2014/main" id="{24170EE8-1B21-9049-E4EE-81A26AE397DF}"/>
              </a:ext>
            </a:extLst>
          </p:cNvPr>
          <p:cNvPicPr>
            <a:picLocks noChangeAspect="1"/>
          </p:cNvPicPr>
          <p:nvPr userDrawn="1"/>
        </p:nvPicPr>
        <p:blipFill>
          <a:blip r:embed="rId3"/>
          <a:stretch>
            <a:fillRect/>
          </a:stretch>
        </p:blipFill>
        <p:spPr>
          <a:xfrm>
            <a:off x="10294021" y="6195922"/>
            <a:ext cx="1424984" cy="633326"/>
          </a:xfrm>
          <a:prstGeom prst="rect">
            <a:avLst/>
          </a:prstGeom>
        </p:spPr>
      </p:pic>
      <p:sp>
        <p:nvSpPr>
          <p:cNvPr id="4" name="Text Placeholder 6">
            <a:extLst>
              <a:ext uri="{FF2B5EF4-FFF2-40B4-BE49-F238E27FC236}">
                <a16:creationId xmlns:a16="http://schemas.microsoft.com/office/drawing/2014/main" id="{104707B3-A605-AC35-40E1-667264FF8B8B}"/>
              </a:ext>
            </a:extLst>
          </p:cNvPr>
          <p:cNvSpPr>
            <a:spLocks noGrp="1"/>
          </p:cNvSpPr>
          <p:nvPr>
            <p:ph type="body" sz="quarter" idx="12" hasCustomPrompt="1"/>
          </p:nvPr>
        </p:nvSpPr>
        <p:spPr>
          <a:xfrm>
            <a:off x="468313" y="1030638"/>
            <a:ext cx="11206162" cy="667809"/>
          </a:xfrm>
        </p:spPr>
        <p:txBody>
          <a:bodyPr lIns="72000" tIns="36000" rIns="216000" bIns="288000">
            <a:normAutofit/>
          </a:bodyPr>
          <a:lstStyle>
            <a:lvl1pPr>
              <a:lnSpc>
                <a:spcPct val="100000"/>
              </a:lnSpc>
              <a:spcBef>
                <a:spcPts val="8"/>
              </a:spcBef>
              <a:spcAft>
                <a:spcPts val="8"/>
              </a:spcAft>
              <a:defRPr sz="2000" b="0" i="0">
                <a:solidFill>
                  <a:schemeClr val="bg1">
                    <a:lumMod val="50000"/>
                  </a:schemeClr>
                </a:solidFill>
                <a:latin typeface="Poppins Medium" pitchFamily="2" charset="77"/>
                <a:cs typeface="Poppins Medium" pitchFamily="2" charset="77"/>
              </a:defRPr>
            </a:lvl1pPr>
          </a:lstStyle>
          <a:p>
            <a:r>
              <a:rPr lang="en-US"/>
              <a:t>Click to edit Master subtitle style</a:t>
            </a:r>
          </a:p>
        </p:txBody>
      </p:sp>
    </p:spTree>
    <p:extLst>
      <p:ext uri="{BB962C8B-B14F-4D97-AF65-F5344CB8AC3E}">
        <p14:creationId xmlns:p14="http://schemas.microsoft.com/office/powerpoint/2010/main" val="335530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box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51CCC47-BB7F-A202-18E6-8BD949EC098C}"/>
              </a:ext>
            </a:extLst>
          </p:cNvPr>
          <p:cNvSpPr/>
          <p:nvPr userDrawn="1"/>
        </p:nvSpPr>
        <p:spPr>
          <a:xfrm>
            <a:off x="0" y="8555"/>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4" name="Picture 3" descr="Logo&#10;&#10;Description automatically generated">
            <a:extLst>
              <a:ext uri="{FF2B5EF4-FFF2-40B4-BE49-F238E27FC236}">
                <a16:creationId xmlns:a16="http://schemas.microsoft.com/office/drawing/2014/main" id="{6924B258-2A0C-8861-A9F9-CCAC380820F7}"/>
              </a:ext>
            </a:extLst>
          </p:cNvPr>
          <p:cNvPicPr>
            <a:picLocks noChangeAspect="1"/>
          </p:cNvPicPr>
          <p:nvPr userDrawn="1"/>
        </p:nvPicPr>
        <p:blipFill>
          <a:blip r:embed="rId2"/>
          <a:stretch>
            <a:fillRect/>
          </a:stretch>
        </p:blipFill>
        <p:spPr>
          <a:xfrm>
            <a:off x="10294021" y="6195922"/>
            <a:ext cx="1424984" cy="633326"/>
          </a:xfrm>
          <a:prstGeom prst="rect">
            <a:avLst/>
          </a:prstGeom>
        </p:spPr>
      </p:pic>
      <p:sp>
        <p:nvSpPr>
          <p:cNvPr id="2" name="Title 1">
            <a:extLst>
              <a:ext uri="{FF2B5EF4-FFF2-40B4-BE49-F238E27FC236}">
                <a16:creationId xmlns:a16="http://schemas.microsoft.com/office/drawing/2014/main" id="{A6BF37F2-5E51-EBE6-FB74-03ECD1F0CB05}"/>
              </a:ext>
            </a:extLst>
          </p:cNvPr>
          <p:cNvSpPr>
            <a:spLocks noGrp="1"/>
          </p:cNvSpPr>
          <p:nvPr>
            <p:ph type="title"/>
          </p:nvPr>
        </p:nvSpPr>
        <p:spPr>
          <a:xfrm>
            <a:off x="6196405" y="434446"/>
            <a:ext cx="5527106"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a:t>Click to edit Master</a:t>
            </a:r>
            <a:endParaRPr lang="en-MX"/>
          </a:p>
        </p:txBody>
      </p:sp>
      <p:sp>
        <p:nvSpPr>
          <p:cNvPr id="8" name="Content Placeholder 5">
            <a:extLst>
              <a:ext uri="{FF2B5EF4-FFF2-40B4-BE49-F238E27FC236}">
                <a16:creationId xmlns:a16="http://schemas.microsoft.com/office/drawing/2014/main" id="{774CE37E-4F1A-62C7-ADCA-33781ABD6614}"/>
              </a:ext>
            </a:extLst>
          </p:cNvPr>
          <p:cNvSpPr>
            <a:spLocks noGrp="1"/>
          </p:cNvSpPr>
          <p:nvPr>
            <p:ph sz="quarter" idx="12"/>
          </p:nvPr>
        </p:nvSpPr>
        <p:spPr>
          <a:xfrm>
            <a:off x="6279197" y="1548588"/>
            <a:ext cx="5394960" cy="4389120"/>
          </a:xfrm>
          <a:prstGeom prst="rect">
            <a:avLst/>
          </a:prstGeo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p:txBody>
      </p:sp>
      <p:sp>
        <p:nvSpPr>
          <p:cNvPr id="6" name="Text Placeholder 6">
            <a:extLst>
              <a:ext uri="{FF2B5EF4-FFF2-40B4-BE49-F238E27FC236}">
                <a16:creationId xmlns:a16="http://schemas.microsoft.com/office/drawing/2014/main" id="{BDDCA529-E988-9621-FBE7-7DFBDAC06229}"/>
              </a:ext>
            </a:extLst>
          </p:cNvPr>
          <p:cNvSpPr>
            <a:spLocks noGrp="1"/>
          </p:cNvSpPr>
          <p:nvPr>
            <p:ph type="body" sz="quarter" idx="11" hasCustomPrompt="1"/>
          </p:nvPr>
        </p:nvSpPr>
        <p:spPr>
          <a:xfrm>
            <a:off x="6196405" y="1078443"/>
            <a:ext cx="5522600" cy="423862"/>
          </a:xfrm>
        </p:spPr>
        <p:txBody>
          <a:bodyPr>
            <a:normAutofit/>
          </a:bodyPr>
          <a:lstStyle>
            <a:lvl1pPr>
              <a:defRPr sz="2000" b="0" i="0">
                <a:solidFill>
                  <a:schemeClr val="bg1">
                    <a:lumMod val="50000"/>
                  </a:schemeClr>
                </a:solidFill>
                <a:latin typeface="Poppins Medium" pitchFamily="2" charset="77"/>
                <a:cs typeface="Poppins Medium" pitchFamily="2" charset="77"/>
              </a:defRPr>
            </a:lvl1pPr>
          </a:lstStyle>
          <a:p>
            <a:r>
              <a:rPr lang="en-US"/>
              <a:t>Click to edit Master subtitle style</a:t>
            </a:r>
            <a:endParaRPr lang="en-MX"/>
          </a:p>
        </p:txBody>
      </p:sp>
    </p:spTree>
    <p:extLst>
      <p:ext uri="{BB962C8B-B14F-4D97-AF65-F5344CB8AC3E}">
        <p14:creationId xmlns:p14="http://schemas.microsoft.com/office/powerpoint/2010/main" val="864785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pic>
        <p:nvPicPr>
          <p:cNvPr id="10" name="Picture 9" descr="A picture containing shape&#10;&#10;Description automatically generated">
            <a:extLst>
              <a:ext uri="{FF2B5EF4-FFF2-40B4-BE49-F238E27FC236}">
                <a16:creationId xmlns:a16="http://schemas.microsoft.com/office/drawing/2014/main" id="{67254B57-7D3C-B80E-6390-803809FF6BF4}"/>
              </a:ext>
            </a:extLst>
          </p:cNvPr>
          <p:cNvPicPr>
            <a:picLocks noChangeAspect="1"/>
          </p:cNvPicPr>
          <p:nvPr userDrawn="1"/>
        </p:nvPicPr>
        <p:blipFill>
          <a:blip r:embed="rId2"/>
          <a:stretch>
            <a:fillRect/>
          </a:stretch>
        </p:blipFill>
        <p:spPr>
          <a:xfrm>
            <a:off x="2764027" y="1240897"/>
            <a:ext cx="6709101" cy="5171898"/>
          </a:xfrm>
          <a:prstGeom prst="rect">
            <a:avLst/>
          </a:prstGeom>
        </p:spPr>
      </p:pic>
      <p:pic>
        <p:nvPicPr>
          <p:cNvPr id="8" name="Picture 7" descr="Logo&#10;&#10;Description automatically generated">
            <a:extLst>
              <a:ext uri="{FF2B5EF4-FFF2-40B4-BE49-F238E27FC236}">
                <a16:creationId xmlns:a16="http://schemas.microsoft.com/office/drawing/2014/main" id="{FBDAFC67-98EC-38E5-D42A-6AD12DFB7571}"/>
              </a:ext>
            </a:extLst>
          </p:cNvPr>
          <p:cNvPicPr>
            <a:picLocks noChangeAspect="1"/>
          </p:cNvPicPr>
          <p:nvPr userDrawn="1"/>
        </p:nvPicPr>
        <p:blipFill>
          <a:blip r:embed="rId3"/>
          <a:stretch>
            <a:fillRect/>
          </a:stretch>
        </p:blipFill>
        <p:spPr>
          <a:xfrm>
            <a:off x="10294021" y="6384043"/>
            <a:ext cx="1380136" cy="445205"/>
          </a:xfrm>
          <a:prstGeom prst="rect">
            <a:avLst/>
          </a:prstGeom>
        </p:spPr>
      </p:pic>
      <p:sp>
        <p:nvSpPr>
          <p:cNvPr id="2" name="Title 1">
            <a:extLst>
              <a:ext uri="{FF2B5EF4-FFF2-40B4-BE49-F238E27FC236}">
                <a16:creationId xmlns:a16="http://schemas.microsoft.com/office/drawing/2014/main" id="{99CB4A5C-DF63-8836-72EC-68379B22B9BF}"/>
              </a:ext>
            </a:extLst>
          </p:cNvPr>
          <p:cNvSpPr>
            <a:spLocks noGrp="1"/>
          </p:cNvSpPr>
          <p:nvPr>
            <p:ph type="title" hasCustomPrompt="1"/>
          </p:nvPr>
        </p:nvSpPr>
        <p:spPr>
          <a:xfrm>
            <a:off x="4215328" y="1240897"/>
            <a:ext cx="4271447" cy="594431"/>
          </a:xfrm>
        </p:spPr>
        <p:txBody>
          <a:bodyPr>
            <a:normAutofit/>
          </a:bodyPr>
          <a:lstStyle>
            <a:lvl1pPr algn="r">
              <a:defRPr sz="3200" b="1" i="0">
                <a:solidFill>
                  <a:srgbClr val="005596"/>
                </a:solidFill>
                <a:latin typeface="Poppins" pitchFamily="2" charset="77"/>
                <a:cs typeface="Poppins" pitchFamily="2" charset="77"/>
              </a:defRPr>
            </a:lvl1pPr>
          </a:lstStyle>
          <a:p>
            <a:r>
              <a:rPr lang="en-US"/>
              <a:t>John Doe</a:t>
            </a:r>
            <a:endParaRPr lang="en-MX"/>
          </a:p>
        </p:txBody>
      </p:sp>
      <p:sp>
        <p:nvSpPr>
          <p:cNvPr id="7" name="Text Placeholder 6">
            <a:extLst>
              <a:ext uri="{FF2B5EF4-FFF2-40B4-BE49-F238E27FC236}">
                <a16:creationId xmlns:a16="http://schemas.microsoft.com/office/drawing/2014/main" id="{A6A30456-AA2D-3271-9115-D02FEF5AE275}"/>
              </a:ext>
            </a:extLst>
          </p:cNvPr>
          <p:cNvSpPr>
            <a:spLocks noGrp="1"/>
          </p:cNvSpPr>
          <p:nvPr>
            <p:ph type="body" sz="quarter" idx="10"/>
          </p:nvPr>
        </p:nvSpPr>
        <p:spPr>
          <a:xfrm>
            <a:off x="4214813" y="2009775"/>
            <a:ext cx="4271447" cy="2587625"/>
          </a:xfrm>
        </p:spPr>
        <p:txBody>
          <a:bodyPr>
            <a:normAutofit/>
          </a:bodyPr>
          <a:lstStyle>
            <a:lvl1pPr algn="ctr">
              <a:defRPr sz="2800" i="1">
                <a:solidFill>
                  <a:schemeClr val="bg1">
                    <a:lumMod val="50000"/>
                  </a:schemeClr>
                </a:solidFill>
              </a:defRPr>
            </a:lvl1pPr>
          </a:lstStyle>
          <a:p>
            <a:pPr lvl="0"/>
            <a:r>
              <a:rPr lang="en-US"/>
              <a:t>Click to edit Master text styles</a:t>
            </a:r>
          </a:p>
        </p:txBody>
      </p:sp>
    </p:spTree>
    <p:extLst>
      <p:ext uri="{BB962C8B-B14F-4D97-AF65-F5344CB8AC3E}">
        <p14:creationId xmlns:p14="http://schemas.microsoft.com/office/powerpoint/2010/main" val="173185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ullet Slide">
    <p:spTree>
      <p:nvGrpSpPr>
        <p:cNvPr id="1" name=""/>
        <p:cNvGrpSpPr/>
        <p:nvPr/>
      </p:nvGrpSpPr>
      <p:grpSpPr>
        <a:xfrm>
          <a:off x="0" y="0"/>
          <a:ext cx="0" cy="0"/>
          <a:chOff x="0" y="0"/>
          <a:chExt cx="0" cy="0"/>
        </a:xfrm>
      </p:grpSpPr>
      <p:pic>
        <p:nvPicPr>
          <p:cNvPr id="6" name="Picture 5" descr="Diagram&#10;&#10;Description automatically generated with low confidence">
            <a:extLst>
              <a:ext uri="{FF2B5EF4-FFF2-40B4-BE49-F238E27FC236}">
                <a16:creationId xmlns:a16="http://schemas.microsoft.com/office/drawing/2014/main" id="{2997DA69-4CDE-50A1-AFCA-66FEB74221EA}"/>
              </a:ext>
            </a:extLst>
          </p:cNvPr>
          <p:cNvPicPr>
            <a:picLocks noChangeAspect="1"/>
          </p:cNvPicPr>
          <p:nvPr userDrawn="1"/>
        </p:nvPicPr>
        <p:blipFill>
          <a:blip r:embed="rId2"/>
          <a:stretch>
            <a:fillRect/>
          </a:stretch>
        </p:blipFill>
        <p:spPr>
          <a:xfrm>
            <a:off x="366779" y="1720651"/>
            <a:ext cx="11458444" cy="1708350"/>
          </a:xfrm>
          <a:prstGeom prst="rect">
            <a:avLst/>
          </a:prstGeom>
        </p:spPr>
      </p:pic>
      <p:sp>
        <p:nvSpPr>
          <p:cNvPr id="4" name="Title 1">
            <a:extLst>
              <a:ext uri="{FF2B5EF4-FFF2-40B4-BE49-F238E27FC236}">
                <a16:creationId xmlns:a16="http://schemas.microsoft.com/office/drawing/2014/main" id="{FD562C5F-11BC-838C-96DD-BF84E16B5293}"/>
              </a:ext>
            </a:extLst>
          </p:cNvPr>
          <p:cNvSpPr>
            <a:spLocks noGrp="1"/>
          </p:cNvSpPr>
          <p:nvPr>
            <p:ph type="title"/>
          </p:nvPr>
        </p:nvSpPr>
        <p:spPr>
          <a:xfrm>
            <a:off x="468489" y="434446"/>
            <a:ext cx="6338711"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a:t>Click to edit Master title style</a:t>
            </a:r>
            <a:endParaRPr lang="en-MX"/>
          </a:p>
        </p:txBody>
      </p:sp>
      <p:sp>
        <p:nvSpPr>
          <p:cNvPr id="7" name="Text Placeholder 2">
            <a:extLst>
              <a:ext uri="{FF2B5EF4-FFF2-40B4-BE49-F238E27FC236}">
                <a16:creationId xmlns:a16="http://schemas.microsoft.com/office/drawing/2014/main" id="{35600096-BCC5-7230-A89B-E520E506AF37}"/>
              </a:ext>
            </a:extLst>
          </p:cNvPr>
          <p:cNvSpPr>
            <a:spLocks noGrp="1"/>
          </p:cNvSpPr>
          <p:nvPr>
            <p:ph type="body" idx="1"/>
          </p:nvPr>
        </p:nvSpPr>
        <p:spPr>
          <a:xfrm>
            <a:off x="374360" y="3429000"/>
            <a:ext cx="2194028" cy="1500187"/>
          </a:xfrm>
          <a:prstGeom prst="rect">
            <a:avLst/>
          </a:prstGeom>
        </p:spPr>
        <p:txBody>
          <a:bodyPr>
            <a:normAutofit/>
          </a:bodyPr>
          <a:lstStyle>
            <a:lvl1pPr marL="285750" indent="-285750">
              <a:buFont typeface="Arial" panose="020B0604020202020204" pitchFamily="34" charset="0"/>
              <a:buChar char="•"/>
              <a:defRPr sz="1400">
                <a:solidFill>
                  <a:schemeClr val="tx1">
                    <a:lumMod val="95000"/>
                    <a:lumOff val="5000"/>
                  </a:schemeClr>
                </a:solidFill>
                <a:latin typeface="Khula" panose="02000000000000000000" pitchFamily="2" charset="0"/>
                <a:cs typeface="Khula"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Text Placeholder 2">
            <a:extLst>
              <a:ext uri="{FF2B5EF4-FFF2-40B4-BE49-F238E27FC236}">
                <a16:creationId xmlns:a16="http://schemas.microsoft.com/office/drawing/2014/main" id="{93519CD5-9C94-88A6-83D9-6BD86A1B3D56}"/>
              </a:ext>
            </a:extLst>
          </p:cNvPr>
          <p:cNvSpPr>
            <a:spLocks noGrp="1"/>
          </p:cNvSpPr>
          <p:nvPr>
            <p:ph type="body" idx="11"/>
          </p:nvPr>
        </p:nvSpPr>
        <p:spPr>
          <a:xfrm>
            <a:off x="5036009" y="3429000"/>
            <a:ext cx="2194028" cy="1500187"/>
          </a:xfrm>
          <a:prstGeom prst="rect">
            <a:avLst/>
          </a:prstGeom>
        </p:spPr>
        <p:txBody>
          <a:bodyPr>
            <a:normAutofit/>
          </a:bodyPr>
          <a:lstStyle>
            <a:lvl1pPr marL="285750" indent="-285750">
              <a:buFont typeface="Arial" panose="020B0604020202020204" pitchFamily="34" charset="0"/>
              <a:buChar char="•"/>
              <a:defRPr sz="1400" b="0" i="0">
                <a:solidFill>
                  <a:schemeClr val="tx1">
                    <a:lumMod val="95000"/>
                    <a:lumOff val="5000"/>
                  </a:schemeClr>
                </a:solidFill>
                <a:latin typeface="Khula" panose="02000000000000000000" pitchFamily="2" charset="0"/>
                <a:cs typeface="Khula"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Text Placeholder 2">
            <a:extLst>
              <a:ext uri="{FF2B5EF4-FFF2-40B4-BE49-F238E27FC236}">
                <a16:creationId xmlns:a16="http://schemas.microsoft.com/office/drawing/2014/main" id="{4471196B-D805-6FD9-C3D1-2EA90F002AA1}"/>
              </a:ext>
            </a:extLst>
          </p:cNvPr>
          <p:cNvSpPr>
            <a:spLocks noGrp="1"/>
          </p:cNvSpPr>
          <p:nvPr>
            <p:ph type="body" idx="12"/>
          </p:nvPr>
        </p:nvSpPr>
        <p:spPr>
          <a:xfrm>
            <a:off x="9631194" y="3429000"/>
            <a:ext cx="2194028" cy="1500187"/>
          </a:xfrm>
          <a:prstGeom prst="rect">
            <a:avLst/>
          </a:prstGeom>
        </p:spPr>
        <p:txBody>
          <a:bodyPr>
            <a:normAutofit/>
          </a:bodyPr>
          <a:lstStyle>
            <a:lvl1pPr marL="285750" indent="-285750">
              <a:buFont typeface="Arial" panose="020B0604020202020204" pitchFamily="34" charset="0"/>
              <a:buChar char="•"/>
              <a:defRPr sz="1400" b="0" i="0">
                <a:solidFill>
                  <a:schemeClr val="tx1">
                    <a:lumMod val="95000"/>
                    <a:lumOff val="5000"/>
                  </a:schemeClr>
                </a:solidFill>
                <a:latin typeface="Khula" panose="02000000000000000000" pitchFamily="2" charset="0"/>
                <a:cs typeface="Khula"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Text Placeholder 2">
            <a:extLst>
              <a:ext uri="{FF2B5EF4-FFF2-40B4-BE49-F238E27FC236}">
                <a16:creationId xmlns:a16="http://schemas.microsoft.com/office/drawing/2014/main" id="{690F7055-6F36-C99A-66DE-47123AF2BFD7}"/>
              </a:ext>
            </a:extLst>
          </p:cNvPr>
          <p:cNvSpPr>
            <a:spLocks noGrp="1"/>
          </p:cNvSpPr>
          <p:nvPr>
            <p:ph type="body" idx="13" hasCustomPrompt="1"/>
          </p:nvPr>
        </p:nvSpPr>
        <p:spPr>
          <a:xfrm>
            <a:off x="905269" y="2339814"/>
            <a:ext cx="708378" cy="640977"/>
          </a:xfrm>
          <a:prstGeom prst="rect">
            <a:avLst/>
          </a:prstGeom>
        </p:spPr>
        <p:txBody>
          <a:bodyPr>
            <a:normAutofit/>
          </a:bodyPr>
          <a:lstStyle>
            <a:lvl1pPr marL="0" indent="0">
              <a:buNone/>
              <a:defRPr sz="3600" b="1">
                <a:solidFill>
                  <a:schemeClr val="bg1"/>
                </a:solidFill>
                <a:latin typeface="Century Gothic" panose="020B0502020202020204" pitchFamily="34" charset="0"/>
                <a:cs typeface="Poppins"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01</a:t>
            </a:r>
          </a:p>
        </p:txBody>
      </p:sp>
      <p:sp>
        <p:nvSpPr>
          <p:cNvPr id="11" name="Text Placeholder 2">
            <a:extLst>
              <a:ext uri="{FF2B5EF4-FFF2-40B4-BE49-F238E27FC236}">
                <a16:creationId xmlns:a16="http://schemas.microsoft.com/office/drawing/2014/main" id="{C4514C5E-AD10-540E-4124-EF0FB6341F93}"/>
              </a:ext>
            </a:extLst>
          </p:cNvPr>
          <p:cNvSpPr>
            <a:spLocks noGrp="1"/>
          </p:cNvSpPr>
          <p:nvPr>
            <p:ph type="body" idx="14" hasCustomPrompt="1"/>
          </p:nvPr>
        </p:nvSpPr>
        <p:spPr>
          <a:xfrm>
            <a:off x="5867234" y="2339814"/>
            <a:ext cx="708378" cy="640977"/>
          </a:xfrm>
          <a:prstGeom prst="rect">
            <a:avLst/>
          </a:prstGeom>
        </p:spPr>
        <p:txBody>
          <a:bodyPr>
            <a:normAutofit/>
          </a:bodyPr>
          <a:lstStyle>
            <a:lvl1pPr marL="0" indent="0">
              <a:buNone/>
              <a:defRPr sz="3600" b="1">
                <a:solidFill>
                  <a:schemeClr val="bg1"/>
                </a:solidFill>
                <a:latin typeface="Century Gothic" panose="020B0502020202020204" pitchFamily="34" charset="0"/>
                <a:cs typeface="Poppins"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02</a:t>
            </a:r>
          </a:p>
        </p:txBody>
      </p:sp>
      <p:sp>
        <p:nvSpPr>
          <p:cNvPr id="12" name="Text Placeholder 2">
            <a:extLst>
              <a:ext uri="{FF2B5EF4-FFF2-40B4-BE49-F238E27FC236}">
                <a16:creationId xmlns:a16="http://schemas.microsoft.com/office/drawing/2014/main" id="{1B270200-8E34-DBA3-0E5F-541E3CFC8E3F}"/>
              </a:ext>
            </a:extLst>
          </p:cNvPr>
          <p:cNvSpPr>
            <a:spLocks noGrp="1"/>
          </p:cNvSpPr>
          <p:nvPr>
            <p:ph type="body" idx="15" hasCustomPrompt="1"/>
          </p:nvPr>
        </p:nvSpPr>
        <p:spPr>
          <a:xfrm>
            <a:off x="10587152" y="2245685"/>
            <a:ext cx="708378" cy="640977"/>
          </a:xfrm>
          <a:prstGeom prst="rect">
            <a:avLst/>
          </a:prstGeom>
        </p:spPr>
        <p:txBody>
          <a:bodyPr>
            <a:normAutofit/>
          </a:bodyPr>
          <a:lstStyle>
            <a:lvl1pPr marL="0" indent="0">
              <a:buNone/>
              <a:defRPr sz="3600" b="1">
                <a:solidFill>
                  <a:schemeClr val="bg1"/>
                </a:solidFill>
                <a:latin typeface="Century Gothic" panose="020B0502020202020204" pitchFamily="34" charset="0"/>
                <a:cs typeface="Poppins"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03</a:t>
            </a:r>
          </a:p>
        </p:txBody>
      </p:sp>
      <p:pic>
        <p:nvPicPr>
          <p:cNvPr id="13" name="Picture 12" descr="Logo&#10;&#10;Description automatically generated">
            <a:extLst>
              <a:ext uri="{FF2B5EF4-FFF2-40B4-BE49-F238E27FC236}">
                <a16:creationId xmlns:a16="http://schemas.microsoft.com/office/drawing/2014/main" id="{707FDABF-1499-C8ED-1211-B266C03BA966}"/>
              </a:ext>
            </a:extLst>
          </p:cNvPr>
          <p:cNvPicPr>
            <a:picLocks noChangeAspect="1"/>
          </p:cNvPicPr>
          <p:nvPr userDrawn="1"/>
        </p:nvPicPr>
        <p:blipFill>
          <a:blip r:embed="rId3"/>
          <a:stretch>
            <a:fillRect/>
          </a:stretch>
        </p:blipFill>
        <p:spPr>
          <a:xfrm>
            <a:off x="10294021" y="6384043"/>
            <a:ext cx="1380136" cy="445205"/>
          </a:xfrm>
          <a:prstGeom prst="rect">
            <a:avLst/>
          </a:prstGeom>
        </p:spPr>
      </p:pic>
      <p:sp>
        <p:nvSpPr>
          <p:cNvPr id="2" name="Text Placeholder 6">
            <a:extLst>
              <a:ext uri="{FF2B5EF4-FFF2-40B4-BE49-F238E27FC236}">
                <a16:creationId xmlns:a16="http://schemas.microsoft.com/office/drawing/2014/main" id="{FD992D7D-9B11-EAF8-2BFF-D0C68BFB20A7}"/>
              </a:ext>
            </a:extLst>
          </p:cNvPr>
          <p:cNvSpPr>
            <a:spLocks noGrp="1"/>
          </p:cNvSpPr>
          <p:nvPr>
            <p:ph type="body" sz="quarter" idx="16" hasCustomPrompt="1"/>
          </p:nvPr>
        </p:nvSpPr>
        <p:spPr>
          <a:xfrm>
            <a:off x="468313" y="1030638"/>
            <a:ext cx="11206162" cy="667809"/>
          </a:xfrm>
        </p:spPr>
        <p:txBody>
          <a:bodyPr lIns="72000" tIns="36000" rIns="216000" bIns="288000">
            <a:normAutofit/>
          </a:bodyPr>
          <a:lstStyle>
            <a:lvl1pPr>
              <a:lnSpc>
                <a:spcPct val="100000"/>
              </a:lnSpc>
              <a:spcBef>
                <a:spcPts val="8"/>
              </a:spcBef>
              <a:spcAft>
                <a:spcPts val="8"/>
              </a:spcAft>
              <a:defRPr sz="2000" b="0" i="0">
                <a:solidFill>
                  <a:schemeClr val="bg1">
                    <a:lumMod val="50000"/>
                  </a:schemeClr>
                </a:solidFill>
                <a:latin typeface="Poppins Medium" pitchFamily="2" charset="77"/>
                <a:cs typeface="Poppins Medium" pitchFamily="2" charset="77"/>
              </a:defRPr>
            </a:lvl1pPr>
          </a:lstStyle>
          <a:p>
            <a:r>
              <a:rPr lang="en-US"/>
              <a:t>Click to edit Master subtitle style</a:t>
            </a:r>
          </a:p>
        </p:txBody>
      </p:sp>
    </p:spTree>
    <p:extLst>
      <p:ext uri="{BB962C8B-B14F-4D97-AF65-F5344CB8AC3E}">
        <p14:creationId xmlns:p14="http://schemas.microsoft.com/office/powerpoint/2010/main" val="3565956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ullet 2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B4BFC0-5F41-F0CD-41C1-89DD22A4B8CD}"/>
              </a:ext>
            </a:extLst>
          </p:cNvPr>
          <p:cNvSpPr>
            <a:spLocks noGrp="1"/>
          </p:cNvSpPr>
          <p:nvPr>
            <p:ph type="title"/>
          </p:nvPr>
        </p:nvSpPr>
        <p:spPr>
          <a:xfrm>
            <a:off x="468489" y="434446"/>
            <a:ext cx="6338711"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a:t>Click to edit Master title style</a:t>
            </a:r>
            <a:endParaRPr lang="en-MX"/>
          </a:p>
        </p:txBody>
      </p:sp>
      <p:sp>
        <p:nvSpPr>
          <p:cNvPr id="9" name="Text Placeholder 2">
            <a:extLst>
              <a:ext uri="{FF2B5EF4-FFF2-40B4-BE49-F238E27FC236}">
                <a16:creationId xmlns:a16="http://schemas.microsoft.com/office/drawing/2014/main" id="{48A22F27-9D7B-C6E5-5AEE-45A8127F8A4B}"/>
              </a:ext>
            </a:extLst>
          </p:cNvPr>
          <p:cNvSpPr>
            <a:spLocks noGrp="1"/>
          </p:cNvSpPr>
          <p:nvPr>
            <p:ph type="body" idx="1"/>
          </p:nvPr>
        </p:nvSpPr>
        <p:spPr>
          <a:xfrm>
            <a:off x="2465675" y="1928813"/>
            <a:ext cx="2194028" cy="1500187"/>
          </a:xfrm>
          <a:prstGeom prst="rect">
            <a:avLst/>
          </a:prstGeom>
        </p:spPr>
        <p:txBody>
          <a:bodyPr>
            <a:normAutofit/>
          </a:bodyPr>
          <a:lstStyle>
            <a:lvl1pPr marL="285750" indent="-285750">
              <a:buFont typeface="Arial" panose="020B0604020202020204" pitchFamily="34" charset="0"/>
              <a:buChar char="•"/>
              <a:defRPr sz="1400" b="0" i="0">
                <a:solidFill>
                  <a:schemeClr val="tx1">
                    <a:lumMod val="95000"/>
                    <a:lumOff val="5000"/>
                  </a:schemeClr>
                </a:solidFill>
                <a:latin typeface="Khula" panose="02000000000000000000" pitchFamily="2" charset="0"/>
                <a:cs typeface="Khula"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Text Placeholder 2">
            <a:extLst>
              <a:ext uri="{FF2B5EF4-FFF2-40B4-BE49-F238E27FC236}">
                <a16:creationId xmlns:a16="http://schemas.microsoft.com/office/drawing/2014/main" id="{29D1BCEA-C3F0-C467-A5F4-3E70D00760AE}"/>
              </a:ext>
            </a:extLst>
          </p:cNvPr>
          <p:cNvSpPr>
            <a:spLocks noGrp="1"/>
          </p:cNvSpPr>
          <p:nvPr>
            <p:ph type="body" idx="11"/>
          </p:nvPr>
        </p:nvSpPr>
        <p:spPr>
          <a:xfrm>
            <a:off x="2465675" y="4040002"/>
            <a:ext cx="2194028" cy="1500187"/>
          </a:xfrm>
          <a:prstGeom prst="rect">
            <a:avLst/>
          </a:prstGeom>
        </p:spPr>
        <p:txBody>
          <a:bodyPr>
            <a:normAutofit/>
          </a:bodyPr>
          <a:lstStyle>
            <a:lvl1pPr marL="285750" indent="-285750">
              <a:buFont typeface="Arial" panose="020B0604020202020204" pitchFamily="34" charset="0"/>
              <a:buChar char="•"/>
              <a:defRPr sz="1400" b="0" i="0">
                <a:solidFill>
                  <a:schemeClr val="tx1">
                    <a:lumMod val="95000"/>
                    <a:lumOff val="5000"/>
                  </a:schemeClr>
                </a:solidFill>
                <a:latin typeface="Khula" panose="02000000000000000000" pitchFamily="2" charset="0"/>
                <a:cs typeface="Khula"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Text Placeholder 2">
            <a:extLst>
              <a:ext uri="{FF2B5EF4-FFF2-40B4-BE49-F238E27FC236}">
                <a16:creationId xmlns:a16="http://schemas.microsoft.com/office/drawing/2014/main" id="{25AF7E3C-6319-3513-11F9-ED0708003958}"/>
              </a:ext>
            </a:extLst>
          </p:cNvPr>
          <p:cNvSpPr>
            <a:spLocks noGrp="1"/>
          </p:cNvSpPr>
          <p:nvPr>
            <p:ph type="body" idx="12"/>
          </p:nvPr>
        </p:nvSpPr>
        <p:spPr>
          <a:xfrm>
            <a:off x="8019311" y="1928813"/>
            <a:ext cx="2194028" cy="1500187"/>
          </a:xfrm>
          <a:prstGeom prst="rect">
            <a:avLst/>
          </a:prstGeom>
        </p:spPr>
        <p:txBody>
          <a:bodyPr>
            <a:normAutofit/>
          </a:bodyPr>
          <a:lstStyle>
            <a:lvl1pPr marL="285750" indent="-285750">
              <a:buFont typeface="Arial" panose="020B0604020202020204" pitchFamily="34" charset="0"/>
              <a:buChar char="•"/>
              <a:defRPr sz="1400" b="0" i="0">
                <a:solidFill>
                  <a:schemeClr val="tx1">
                    <a:lumMod val="95000"/>
                    <a:lumOff val="5000"/>
                  </a:schemeClr>
                </a:solidFill>
                <a:latin typeface="Khula" panose="02000000000000000000" pitchFamily="2" charset="0"/>
                <a:cs typeface="Khula"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Text Placeholder 2">
            <a:extLst>
              <a:ext uri="{FF2B5EF4-FFF2-40B4-BE49-F238E27FC236}">
                <a16:creationId xmlns:a16="http://schemas.microsoft.com/office/drawing/2014/main" id="{39902DF3-A8F6-0F9C-63E4-C605347FF648}"/>
              </a:ext>
            </a:extLst>
          </p:cNvPr>
          <p:cNvSpPr>
            <a:spLocks noGrp="1"/>
          </p:cNvSpPr>
          <p:nvPr>
            <p:ph type="body" idx="13"/>
          </p:nvPr>
        </p:nvSpPr>
        <p:spPr>
          <a:xfrm>
            <a:off x="8019311" y="4040002"/>
            <a:ext cx="2194028" cy="1500187"/>
          </a:xfrm>
          <a:prstGeom prst="rect">
            <a:avLst/>
          </a:prstGeom>
        </p:spPr>
        <p:txBody>
          <a:bodyPr>
            <a:normAutofit/>
          </a:bodyPr>
          <a:lstStyle>
            <a:lvl1pPr marL="285750" indent="-285750">
              <a:buFont typeface="Arial" panose="020B0604020202020204" pitchFamily="34" charset="0"/>
              <a:buChar char="•"/>
              <a:defRPr sz="1400" b="0" i="0">
                <a:solidFill>
                  <a:schemeClr val="tx1">
                    <a:lumMod val="95000"/>
                    <a:lumOff val="5000"/>
                  </a:schemeClr>
                </a:solidFill>
                <a:latin typeface="Khula" panose="02000000000000000000" pitchFamily="2" charset="0"/>
                <a:cs typeface="Khula"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13" name="Picture 12" descr="Logo&#10;&#10;Description automatically generated">
            <a:extLst>
              <a:ext uri="{FF2B5EF4-FFF2-40B4-BE49-F238E27FC236}">
                <a16:creationId xmlns:a16="http://schemas.microsoft.com/office/drawing/2014/main" id="{6E59B898-2348-448A-E91C-826978FADD99}"/>
              </a:ext>
            </a:extLst>
          </p:cNvPr>
          <p:cNvPicPr>
            <a:picLocks noChangeAspect="1"/>
          </p:cNvPicPr>
          <p:nvPr userDrawn="1"/>
        </p:nvPicPr>
        <p:blipFill>
          <a:blip r:embed="rId2"/>
          <a:stretch>
            <a:fillRect/>
          </a:stretch>
        </p:blipFill>
        <p:spPr>
          <a:xfrm>
            <a:off x="10294021" y="6384043"/>
            <a:ext cx="1380136" cy="445205"/>
          </a:xfrm>
          <a:prstGeom prst="rect">
            <a:avLst/>
          </a:prstGeom>
        </p:spPr>
      </p:pic>
      <p:sp>
        <p:nvSpPr>
          <p:cNvPr id="2" name="Text Placeholder 6">
            <a:extLst>
              <a:ext uri="{FF2B5EF4-FFF2-40B4-BE49-F238E27FC236}">
                <a16:creationId xmlns:a16="http://schemas.microsoft.com/office/drawing/2014/main" id="{E43DC5F3-7C9B-C24F-9FC0-5474F1C4B0EF}"/>
              </a:ext>
            </a:extLst>
          </p:cNvPr>
          <p:cNvSpPr>
            <a:spLocks noGrp="1"/>
          </p:cNvSpPr>
          <p:nvPr>
            <p:ph type="body" sz="quarter" idx="14" hasCustomPrompt="1"/>
          </p:nvPr>
        </p:nvSpPr>
        <p:spPr>
          <a:xfrm>
            <a:off x="468313" y="1030638"/>
            <a:ext cx="11206162" cy="667809"/>
          </a:xfrm>
        </p:spPr>
        <p:txBody>
          <a:bodyPr lIns="72000" tIns="36000" rIns="216000" bIns="288000">
            <a:normAutofit/>
          </a:bodyPr>
          <a:lstStyle>
            <a:lvl1pPr>
              <a:lnSpc>
                <a:spcPct val="100000"/>
              </a:lnSpc>
              <a:spcBef>
                <a:spcPts val="8"/>
              </a:spcBef>
              <a:spcAft>
                <a:spcPts val="8"/>
              </a:spcAft>
              <a:defRPr sz="2000" b="0" i="0">
                <a:solidFill>
                  <a:schemeClr val="bg1">
                    <a:lumMod val="50000"/>
                  </a:schemeClr>
                </a:solidFill>
                <a:latin typeface="Poppins Medium" pitchFamily="2" charset="77"/>
                <a:cs typeface="Poppins Medium" pitchFamily="2" charset="77"/>
              </a:defRPr>
            </a:lvl1pPr>
          </a:lstStyle>
          <a:p>
            <a:r>
              <a:rPr lang="en-US"/>
              <a:t>Click to edit Master subtitle style</a:t>
            </a:r>
          </a:p>
        </p:txBody>
      </p:sp>
    </p:spTree>
    <p:extLst>
      <p:ext uri="{BB962C8B-B14F-4D97-AF65-F5344CB8AC3E}">
        <p14:creationId xmlns:p14="http://schemas.microsoft.com/office/powerpoint/2010/main" val="1870007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act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A3F71C3-C9CF-C020-3DA7-42C0516B1629}"/>
              </a:ext>
            </a:extLst>
          </p:cNvPr>
          <p:cNvSpPr>
            <a:spLocks noGrp="1"/>
          </p:cNvSpPr>
          <p:nvPr>
            <p:ph type="title"/>
          </p:nvPr>
        </p:nvSpPr>
        <p:spPr>
          <a:xfrm>
            <a:off x="468489" y="434446"/>
            <a:ext cx="6338711" cy="667808"/>
          </a:xfrm>
        </p:spPr>
        <p:txBody>
          <a:bodyPr anchor="b">
            <a:normAutofit/>
          </a:bodyPr>
          <a:lstStyle>
            <a:lvl1pPr>
              <a:defRPr sz="3200" b="1">
                <a:solidFill>
                  <a:srgbClr val="005596"/>
                </a:solidFill>
                <a:latin typeface="Poppins" pitchFamily="2" charset="77"/>
                <a:cs typeface="Poppins" pitchFamily="2" charset="77"/>
              </a:defRPr>
            </a:lvl1pPr>
          </a:lstStyle>
          <a:p>
            <a:r>
              <a:rPr lang="en-US"/>
              <a:t>Click to edit Master title style</a:t>
            </a:r>
            <a:endParaRPr lang="en-MX"/>
          </a:p>
        </p:txBody>
      </p:sp>
      <p:sp>
        <p:nvSpPr>
          <p:cNvPr id="8" name="Text Placeholder 2">
            <a:extLst>
              <a:ext uri="{FF2B5EF4-FFF2-40B4-BE49-F238E27FC236}">
                <a16:creationId xmlns:a16="http://schemas.microsoft.com/office/drawing/2014/main" id="{3F726CEF-56A7-FFEA-7D5C-C57FE809D37D}"/>
              </a:ext>
            </a:extLst>
          </p:cNvPr>
          <p:cNvSpPr>
            <a:spLocks noGrp="1"/>
          </p:cNvSpPr>
          <p:nvPr>
            <p:ph type="body" idx="1"/>
          </p:nvPr>
        </p:nvSpPr>
        <p:spPr>
          <a:xfrm>
            <a:off x="6327124" y="2972373"/>
            <a:ext cx="3034553" cy="1103364"/>
          </a:xfrm>
          <a:prstGeom prst="rect">
            <a:avLst/>
          </a:prstGeom>
        </p:spPr>
        <p:txBody>
          <a:bodyPr>
            <a:normAutofit/>
          </a:bodyPr>
          <a:lstStyle>
            <a:lvl1pPr marL="0" indent="0">
              <a:buNone/>
              <a:defRPr sz="1400" b="0" i="0">
                <a:solidFill>
                  <a:schemeClr val="tx1">
                    <a:lumMod val="95000"/>
                    <a:lumOff val="5000"/>
                  </a:schemeClr>
                </a:solidFill>
                <a:latin typeface="Khula" panose="02000000000000000000" pitchFamily="2" charset="0"/>
                <a:cs typeface="Khula"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endParaRPr lang="en-MX" sz="1400"/>
          </a:p>
        </p:txBody>
      </p:sp>
      <p:cxnSp>
        <p:nvCxnSpPr>
          <p:cNvPr id="11" name="Straight Connector 10">
            <a:extLst>
              <a:ext uri="{FF2B5EF4-FFF2-40B4-BE49-F238E27FC236}">
                <a16:creationId xmlns:a16="http://schemas.microsoft.com/office/drawing/2014/main" id="{B273EAE6-94EC-ACBC-E2C1-90D4971849C7}"/>
              </a:ext>
            </a:extLst>
          </p:cNvPr>
          <p:cNvCxnSpPr/>
          <p:nvPr userDrawn="1"/>
        </p:nvCxnSpPr>
        <p:spPr>
          <a:xfrm>
            <a:off x="5755341" y="2738904"/>
            <a:ext cx="0" cy="1570303"/>
          </a:xfrm>
          <a:prstGeom prst="line">
            <a:avLst/>
          </a:prstGeom>
          <a:ln w="127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pic>
        <p:nvPicPr>
          <p:cNvPr id="12" name="Picture 11" descr="Logo&#10;&#10;Description automatically generated">
            <a:extLst>
              <a:ext uri="{FF2B5EF4-FFF2-40B4-BE49-F238E27FC236}">
                <a16:creationId xmlns:a16="http://schemas.microsoft.com/office/drawing/2014/main" id="{12DFF03C-496A-CF14-7E80-D1EF5809D121}"/>
              </a:ext>
            </a:extLst>
          </p:cNvPr>
          <p:cNvPicPr>
            <a:picLocks noChangeAspect="1"/>
          </p:cNvPicPr>
          <p:nvPr userDrawn="1"/>
        </p:nvPicPr>
        <p:blipFill>
          <a:blip r:embed="rId2"/>
          <a:stretch>
            <a:fillRect/>
          </a:stretch>
        </p:blipFill>
        <p:spPr>
          <a:xfrm>
            <a:off x="10294021" y="6384043"/>
            <a:ext cx="1380136" cy="445205"/>
          </a:xfrm>
          <a:prstGeom prst="rect">
            <a:avLst/>
          </a:prstGeom>
        </p:spPr>
      </p:pic>
      <p:sp>
        <p:nvSpPr>
          <p:cNvPr id="7" name="Picture Placeholder 6">
            <a:extLst>
              <a:ext uri="{FF2B5EF4-FFF2-40B4-BE49-F238E27FC236}">
                <a16:creationId xmlns:a16="http://schemas.microsoft.com/office/drawing/2014/main" id="{6961031C-CBB7-C46D-3F69-E8FA9C56BC03}"/>
              </a:ext>
            </a:extLst>
          </p:cNvPr>
          <p:cNvSpPr>
            <a:spLocks noGrp="1"/>
          </p:cNvSpPr>
          <p:nvPr>
            <p:ph type="pic" sz="quarter" idx="10"/>
          </p:nvPr>
        </p:nvSpPr>
        <p:spPr>
          <a:xfrm>
            <a:off x="3367087" y="2738903"/>
            <a:ext cx="2119267" cy="1570303"/>
          </a:xfrm>
          <a:prstGeom prst="rect">
            <a:avLst/>
          </a:prstGeom>
        </p:spPr>
        <p:txBody>
          <a:bodyPr/>
          <a:lstStyle/>
          <a:p>
            <a:endParaRPr lang="en-US"/>
          </a:p>
        </p:txBody>
      </p:sp>
    </p:spTree>
    <p:extLst>
      <p:ext uri="{BB962C8B-B14F-4D97-AF65-F5344CB8AC3E}">
        <p14:creationId xmlns:p14="http://schemas.microsoft.com/office/powerpoint/2010/main" val="3064293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6F94E-5EC9-EDBD-17A2-64005DA36E15}"/>
              </a:ext>
            </a:extLst>
          </p:cNvPr>
          <p:cNvSpPr>
            <a:spLocks noGrp="1"/>
          </p:cNvSpPr>
          <p:nvPr>
            <p:ph type="title"/>
          </p:nvPr>
        </p:nvSpPr>
        <p:spPr/>
        <p:txBody>
          <a:bodyPr/>
          <a:lstStyle/>
          <a:p>
            <a:r>
              <a:rPr lang="en-US"/>
              <a:t>Click to edit Master title style</a:t>
            </a:r>
            <a:endParaRPr lang="en-MX"/>
          </a:p>
        </p:txBody>
      </p:sp>
    </p:spTree>
    <p:extLst>
      <p:ext uri="{BB962C8B-B14F-4D97-AF65-F5344CB8AC3E}">
        <p14:creationId xmlns:p14="http://schemas.microsoft.com/office/powerpoint/2010/main" val="2110357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Shape, rectangle&#10;&#10;Description automatically generated with medium confidence">
            <a:extLst>
              <a:ext uri="{FF2B5EF4-FFF2-40B4-BE49-F238E27FC236}">
                <a16:creationId xmlns:a16="http://schemas.microsoft.com/office/drawing/2014/main" id="{927A4B59-C598-90D6-EB86-6CEB76A2655D}"/>
              </a:ext>
            </a:extLst>
          </p:cNvPr>
          <p:cNvPicPr>
            <a:picLocks noChangeAspect="1"/>
          </p:cNvPicPr>
          <p:nvPr userDrawn="1"/>
        </p:nvPicPr>
        <p:blipFill>
          <a:blip r:embed="rId13"/>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9394717D-6E54-D547-934B-958044D27E5A}"/>
              </a:ext>
            </a:extLst>
          </p:cNvPr>
          <p:cNvSpPr txBox="1"/>
          <p:nvPr userDrawn="1"/>
        </p:nvSpPr>
        <p:spPr>
          <a:xfrm>
            <a:off x="826911" y="6479823"/>
            <a:ext cx="572911" cy="276999"/>
          </a:xfrm>
          <a:prstGeom prst="rect">
            <a:avLst/>
          </a:prstGeom>
          <a:noFill/>
        </p:spPr>
        <p:txBody>
          <a:bodyPr wrap="square" rtlCol="0">
            <a:spAutoFit/>
          </a:bodyPr>
          <a:lstStyle/>
          <a:p>
            <a:fld id="{C3BB742A-9951-4A41-9B51-4F6023B7AEA7}" type="slidenum">
              <a:rPr lang="en-MX" sz="1200" b="1" i="0" smtClean="0">
                <a:solidFill>
                  <a:schemeClr val="bg1"/>
                </a:solidFill>
                <a:latin typeface="Khula SemiBold" panose="02000000000000000000" pitchFamily="2" charset="0"/>
                <a:cs typeface="Khula SemiBold" panose="02000000000000000000" pitchFamily="2" charset="0"/>
              </a:rPr>
              <a:t>‹#›</a:t>
            </a:fld>
            <a:endParaRPr lang="en-MX" sz="1200" b="1" i="0">
              <a:solidFill>
                <a:schemeClr val="bg1"/>
              </a:solidFill>
              <a:latin typeface="Khula SemiBold" panose="02000000000000000000" pitchFamily="2" charset="0"/>
              <a:cs typeface="Khula SemiBold" panose="02000000000000000000" pitchFamily="2" charset="0"/>
            </a:endParaRPr>
          </a:p>
        </p:txBody>
      </p:sp>
      <p:sp>
        <p:nvSpPr>
          <p:cNvPr id="2" name="Title Placeholder 1">
            <a:extLst>
              <a:ext uri="{FF2B5EF4-FFF2-40B4-BE49-F238E27FC236}">
                <a16:creationId xmlns:a16="http://schemas.microsoft.com/office/drawing/2014/main" id="{6440EBC7-ADE3-F209-E554-2D41BB8DEF24}"/>
              </a:ext>
            </a:extLst>
          </p:cNvPr>
          <p:cNvSpPr>
            <a:spLocks noGrp="1"/>
          </p:cNvSpPr>
          <p:nvPr>
            <p:ph type="title"/>
          </p:nvPr>
        </p:nvSpPr>
        <p:spPr>
          <a:xfrm>
            <a:off x="838200" y="365126"/>
            <a:ext cx="10515600" cy="560564"/>
          </a:xfrm>
          <a:prstGeom prst="rect">
            <a:avLst/>
          </a:prstGeom>
        </p:spPr>
        <p:txBody>
          <a:bodyPr vert="horz" lIns="91440" tIns="45720" rIns="91440" bIns="45720" rtlCol="0" anchor="ctr">
            <a:normAutofit/>
          </a:bodyPr>
          <a:lstStyle/>
          <a:p>
            <a:r>
              <a:rPr lang="en-US"/>
              <a:t>Click to edit Master title style</a:t>
            </a:r>
            <a:endParaRPr lang="en-MX"/>
          </a:p>
        </p:txBody>
      </p:sp>
      <p:sp>
        <p:nvSpPr>
          <p:cNvPr id="9" name="Text Placeholder 8">
            <a:extLst>
              <a:ext uri="{FF2B5EF4-FFF2-40B4-BE49-F238E27FC236}">
                <a16:creationId xmlns:a16="http://schemas.microsoft.com/office/drawing/2014/main" id="{442D941F-3EA9-5B81-108F-188A61A1C6ED}"/>
              </a:ext>
            </a:extLst>
          </p:cNvPr>
          <p:cNvSpPr>
            <a:spLocks noGrp="1"/>
          </p:cNvSpPr>
          <p:nvPr>
            <p:ph type="body" idx="1"/>
          </p:nvPr>
        </p:nvSpPr>
        <p:spPr>
          <a:xfrm>
            <a:off x="838200" y="1290816"/>
            <a:ext cx="10515600" cy="48974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3" name="TextBox 2">
            <a:extLst>
              <a:ext uri="{FF2B5EF4-FFF2-40B4-BE49-F238E27FC236}">
                <a16:creationId xmlns:a16="http://schemas.microsoft.com/office/drawing/2014/main" id="{05CEFB8A-C4F3-4807-CC33-3413956FB7A6}"/>
              </a:ext>
            </a:extLst>
          </p:cNvPr>
          <p:cNvSpPr txBox="1"/>
          <p:nvPr userDrawn="1"/>
        </p:nvSpPr>
        <p:spPr>
          <a:xfrm>
            <a:off x="3821288" y="6494624"/>
            <a:ext cx="454942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i="0">
                <a:solidFill>
                  <a:schemeClr val="bg1">
                    <a:alpha val="27925"/>
                  </a:schemeClr>
                </a:solidFill>
                <a:effectLst/>
                <a:latin typeface="Khula" panose="02000000000000000000" pitchFamily="2" charset="0"/>
                <a:cs typeface="Khula" panose="02000000000000000000" pitchFamily="2" charset="0"/>
              </a:rPr>
              <a:t>© 2025 Improving. All Rights Reserved.</a:t>
            </a:r>
            <a:endParaRPr lang="en-MX" sz="900">
              <a:solidFill>
                <a:schemeClr val="bg1">
                  <a:alpha val="27925"/>
                </a:schemeClr>
              </a:solidFill>
              <a:latin typeface="Khula" panose="02000000000000000000" pitchFamily="2" charset="0"/>
              <a:cs typeface="Khula" panose="02000000000000000000" pitchFamily="2" charset="0"/>
            </a:endParaRPr>
          </a:p>
          <a:p>
            <a:endParaRPr lang="en-MX" sz="900">
              <a:solidFill>
                <a:schemeClr val="bg1">
                  <a:alpha val="27925"/>
                </a:schemeClr>
              </a:solidFill>
            </a:endParaRPr>
          </a:p>
        </p:txBody>
      </p:sp>
    </p:spTree>
    <p:extLst>
      <p:ext uri="{BB962C8B-B14F-4D97-AF65-F5344CB8AC3E}">
        <p14:creationId xmlns:p14="http://schemas.microsoft.com/office/powerpoint/2010/main" val="360884763"/>
      </p:ext>
    </p:extLst>
  </p:cSld>
  <p:clrMap bg1="lt1" tx1="dk1" bg2="lt2" tx2="dk2" accent1="accent1" accent2="accent2" accent3="accent3" accent4="accent4" accent5="accent5" accent6="accent6" hlink="hlink" folHlink="folHlink"/>
  <p:sldLayoutIdLst>
    <p:sldLayoutId id="2147483649" r:id="rId1"/>
    <p:sldLayoutId id="2147483652" r:id="rId2"/>
    <p:sldLayoutId id="2147483651" r:id="rId3"/>
    <p:sldLayoutId id="2147483656" r:id="rId4"/>
    <p:sldLayoutId id="2147483657" r:id="rId5"/>
    <p:sldLayoutId id="2147483658" r:id="rId6"/>
    <p:sldLayoutId id="2147483650" r:id="rId7"/>
    <p:sldLayoutId id="2147483654" r:id="rId8"/>
    <p:sldLayoutId id="2147483655" r:id="rId9"/>
    <p:sldLayoutId id="2147483653" r:id="rId10"/>
    <p:sldLayoutId id="2147483659" r:id="rId11"/>
  </p:sldLayoutIdLst>
  <p:hf hdr="0" dt="0"/>
  <p:txStyles>
    <p:titleStyle>
      <a:lvl1pPr algn="l" defTabSz="914400" rtl="0" eaLnBrk="1" latinLnBrk="0" hangingPunct="1">
        <a:lnSpc>
          <a:spcPct val="90000"/>
        </a:lnSpc>
        <a:spcBef>
          <a:spcPct val="0"/>
        </a:spcBef>
        <a:buNone/>
        <a:defRPr sz="3200" b="1" i="0" kern="1200">
          <a:solidFill>
            <a:srgbClr val="005596"/>
          </a:solidFill>
          <a:latin typeface="Poppins" pitchFamily="2" charset="77"/>
          <a:ea typeface="+mj-ea"/>
          <a:cs typeface="Poppins" pitchFamily="2" charset="77"/>
        </a:defRPr>
      </a:lvl1pPr>
    </p:titleStyle>
    <p:bodyStyle>
      <a:lvl1pPr marL="0" indent="0" algn="l" defTabSz="914400" rtl="0" eaLnBrk="1" latinLnBrk="0" hangingPunct="1">
        <a:lnSpc>
          <a:spcPct val="90000"/>
        </a:lnSpc>
        <a:spcBef>
          <a:spcPts val="1000"/>
        </a:spcBef>
        <a:buFontTx/>
        <a:buNone/>
        <a:defRPr sz="1600" kern="1200">
          <a:solidFill>
            <a:schemeClr val="tx1">
              <a:lumMod val="95000"/>
              <a:lumOff val="5000"/>
            </a:schemeClr>
          </a:solidFill>
          <a:latin typeface="Khula" panose="02000000000000000000" pitchFamily="2" charset="0"/>
          <a:ea typeface="+mn-ea"/>
          <a:cs typeface="Khula" panose="02000000000000000000" pitchFamily="2" charset="0"/>
        </a:defRPr>
      </a:lvl1pPr>
      <a:lvl2pPr marL="457200" indent="0" algn="l" defTabSz="914400" rtl="0" eaLnBrk="1" latinLnBrk="0" hangingPunct="1">
        <a:lnSpc>
          <a:spcPct val="90000"/>
        </a:lnSpc>
        <a:spcBef>
          <a:spcPts val="500"/>
        </a:spcBef>
        <a:buFontTx/>
        <a:buNone/>
        <a:defRPr sz="1400" kern="1200">
          <a:solidFill>
            <a:schemeClr val="tx1">
              <a:lumMod val="95000"/>
              <a:lumOff val="5000"/>
            </a:schemeClr>
          </a:solidFill>
          <a:latin typeface="Khula" panose="02000000000000000000" pitchFamily="2" charset="0"/>
          <a:ea typeface="+mn-ea"/>
          <a:cs typeface="Khula" panose="02000000000000000000" pitchFamily="2" charset="0"/>
        </a:defRPr>
      </a:lvl2pPr>
      <a:lvl3pPr marL="914400" indent="0" algn="l" defTabSz="914400" rtl="0" eaLnBrk="1" latinLnBrk="0" hangingPunct="1">
        <a:lnSpc>
          <a:spcPct val="90000"/>
        </a:lnSpc>
        <a:spcBef>
          <a:spcPts val="500"/>
        </a:spcBef>
        <a:buFontTx/>
        <a:buNone/>
        <a:defRPr sz="1200" kern="1200">
          <a:solidFill>
            <a:schemeClr val="tx1">
              <a:lumMod val="95000"/>
              <a:lumOff val="5000"/>
            </a:schemeClr>
          </a:solidFill>
          <a:latin typeface="Khula" panose="02000000000000000000" pitchFamily="2" charset="0"/>
          <a:ea typeface="+mn-ea"/>
          <a:cs typeface="Khula" panose="02000000000000000000" pitchFamily="2" charset="0"/>
        </a:defRPr>
      </a:lvl3pPr>
      <a:lvl4pPr marL="1371600" indent="0" algn="l" defTabSz="914400" rtl="0" eaLnBrk="1" latinLnBrk="0" hangingPunct="1">
        <a:lnSpc>
          <a:spcPct val="90000"/>
        </a:lnSpc>
        <a:spcBef>
          <a:spcPts val="500"/>
        </a:spcBef>
        <a:buFontTx/>
        <a:buNone/>
        <a:defRPr sz="1100" kern="1200">
          <a:solidFill>
            <a:schemeClr val="tx1">
              <a:lumMod val="95000"/>
              <a:lumOff val="5000"/>
            </a:schemeClr>
          </a:solidFill>
          <a:latin typeface="Khula" panose="02000000000000000000" pitchFamily="2" charset="0"/>
          <a:ea typeface="+mn-ea"/>
          <a:cs typeface="Khula" panose="02000000000000000000" pitchFamily="2" charset="0"/>
        </a:defRPr>
      </a:lvl4pPr>
      <a:lvl5pPr marL="1828800" indent="0" algn="l" defTabSz="914400" rtl="0" eaLnBrk="1" latinLnBrk="0" hangingPunct="1">
        <a:lnSpc>
          <a:spcPct val="90000"/>
        </a:lnSpc>
        <a:spcBef>
          <a:spcPts val="500"/>
        </a:spcBef>
        <a:buFontTx/>
        <a:buNone/>
        <a:defRPr sz="1050" kern="1200">
          <a:solidFill>
            <a:schemeClr val="tx1">
              <a:lumMod val="95000"/>
              <a:lumOff val="5000"/>
            </a:schemeClr>
          </a:solidFill>
          <a:latin typeface="Khula" panose="02000000000000000000" pitchFamily="2" charset="0"/>
          <a:ea typeface="+mn-ea"/>
          <a:cs typeface="Khula"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00997E-59F7-85D3-B2CD-5E50C29E986F}"/>
              </a:ext>
            </a:extLst>
          </p:cNvPr>
          <p:cNvSpPr txBox="1"/>
          <p:nvPr/>
        </p:nvSpPr>
        <p:spPr>
          <a:xfrm>
            <a:off x="469894" y="428178"/>
            <a:ext cx="2439415" cy="6001643"/>
          </a:xfrm>
          <a:prstGeom prst="rect">
            <a:avLst/>
          </a:prstGeom>
          <a:noFill/>
        </p:spPr>
        <p:txBody>
          <a:bodyPr wrap="square" rtlCol="0">
            <a:spAutoFit/>
          </a:bodyPr>
          <a:lstStyle/>
          <a:p>
            <a:r>
              <a:rPr lang="en-US" sz="1200" b="1">
                <a:solidFill>
                  <a:srgbClr val="8D8D8D"/>
                </a:solidFill>
                <a:latin typeface="Poppins" pitchFamily="2" charset="77"/>
                <a:cs typeface="Poppins" pitchFamily="2" charset="77"/>
              </a:rPr>
              <a:t>CANADA</a:t>
            </a:r>
          </a:p>
          <a:p>
            <a:r>
              <a:rPr lang="en-US" sz="1200">
                <a:solidFill>
                  <a:srgbClr val="8D8D8D"/>
                </a:solidFill>
                <a:latin typeface="Poppins" pitchFamily="2" charset="77"/>
                <a:cs typeface="Poppins" pitchFamily="2" charset="77"/>
              </a:rPr>
              <a:t>VANCOUVER</a:t>
            </a:r>
          </a:p>
          <a:p>
            <a:r>
              <a:rPr lang="en-US" sz="1200">
                <a:solidFill>
                  <a:srgbClr val="8D8D8D"/>
                </a:solidFill>
                <a:latin typeface="Poppins" pitchFamily="2" charset="77"/>
                <a:cs typeface="Poppins" pitchFamily="2" charset="77"/>
              </a:rPr>
              <a:t>CALGARY</a:t>
            </a:r>
          </a:p>
          <a:p>
            <a:r>
              <a:rPr lang="en-US" sz="1200">
                <a:solidFill>
                  <a:srgbClr val="8D8D8D"/>
                </a:solidFill>
                <a:latin typeface="Poppins" pitchFamily="2" charset="77"/>
                <a:cs typeface="Poppins" pitchFamily="2" charset="77"/>
              </a:rPr>
              <a:t>WINNIPEG</a:t>
            </a:r>
          </a:p>
          <a:p>
            <a:r>
              <a:rPr lang="en-US" sz="1200">
                <a:solidFill>
                  <a:srgbClr val="8D8D8D"/>
                </a:solidFill>
                <a:latin typeface="Poppins" pitchFamily="2" charset="77"/>
                <a:cs typeface="Poppins" pitchFamily="2" charset="77"/>
              </a:rPr>
              <a:t>OTTAWA</a:t>
            </a:r>
          </a:p>
          <a:p>
            <a:r>
              <a:rPr lang="en-US" sz="1200">
                <a:solidFill>
                  <a:srgbClr val="8D8D8D"/>
                </a:solidFill>
                <a:latin typeface="Poppins" pitchFamily="2" charset="77"/>
                <a:cs typeface="Poppins" pitchFamily="2" charset="77"/>
              </a:rPr>
              <a:t>TORONTO</a:t>
            </a:r>
          </a:p>
          <a:p>
            <a:endParaRPr lang="en-US" sz="1200">
              <a:solidFill>
                <a:srgbClr val="8D8D8D"/>
              </a:solidFill>
              <a:latin typeface="Poppins" pitchFamily="2" charset="77"/>
              <a:cs typeface="Poppins" pitchFamily="2" charset="77"/>
            </a:endParaRPr>
          </a:p>
          <a:p>
            <a:r>
              <a:rPr lang="en-US" sz="1200" b="1">
                <a:solidFill>
                  <a:srgbClr val="8D8D8D"/>
                </a:solidFill>
                <a:latin typeface="Poppins" pitchFamily="2" charset="77"/>
                <a:cs typeface="Poppins" pitchFamily="2" charset="77"/>
              </a:rPr>
              <a:t>UNITED STATES</a:t>
            </a:r>
          </a:p>
          <a:p>
            <a:r>
              <a:rPr lang="en-US" sz="1200">
                <a:solidFill>
                  <a:srgbClr val="8D8D8D"/>
                </a:solidFill>
                <a:latin typeface="Poppins" pitchFamily="2" charset="77"/>
                <a:cs typeface="Poppins" pitchFamily="2" charset="77"/>
              </a:rPr>
              <a:t>MINNEAPOLIS</a:t>
            </a:r>
          </a:p>
          <a:p>
            <a:r>
              <a:rPr lang="en-US" sz="1200">
                <a:solidFill>
                  <a:srgbClr val="8D8D8D"/>
                </a:solidFill>
                <a:latin typeface="Poppins" pitchFamily="2" charset="77"/>
                <a:cs typeface="Poppins" pitchFamily="2" charset="77"/>
              </a:rPr>
              <a:t>OMAHA</a:t>
            </a:r>
          </a:p>
          <a:p>
            <a:r>
              <a:rPr lang="en-US" sz="1200">
                <a:solidFill>
                  <a:srgbClr val="8D8D8D"/>
                </a:solidFill>
                <a:latin typeface="Poppins" pitchFamily="2" charset="77"/>
                <a:cs typeface="Poppins" pitchFamily="2" charset="77"/>
              </a:rPr>
              <a:t>CHICAGO (2)</a:t>
            </a:r>
          </a:p>
          <a:p>
            <a:r>
              <a:rPr lang="en-US" sz="1200">
                <a:solidFill>
                  <a:srgbClr val="8D8D8D"/>
                </a:solidFill>
                <a:latin typeface="Poppins" pitchFamily="2" charset="77"/>
                <a:cs typeface="Poppins" pitchFamily="2" charset="77"/>
              </a:rPr>
              <a:t>COLUMBUS</a:t>
            </a:r>
          </a:p>
          <a:p>
            <a:r>
              <a:rPr lang="en-US" sz="1200">
                <a:solidFill>
                  <a:srgbClr val="8D8D8D"/>
                </a:solidFill>
                <a:latin typeface="Poppins" pitchFamily="2" charset="77"/>
                <a:cs typeface="Poppins" pitchFamily="2" charset="77"/>
              </a:rPr>
              <a:t>CLEVELAND</a:t>
            </a:r>
          </a:p>
          <a:p>
            <a:r>
              <a:rPr lang="en-US" sz="1200">
                <a:solidFill>
                  <a:srgbClr val="8D8D8D"/>
                </a:solidFill>
                <a:latin typeface="Poppins" pitchFamily="2" charset="77"/>
                <a:cs typeface="Poppins" pitchFamily="2" charset="77"/>
              </a:rPr>
              <a:t>ATLANTA</a:t>
            </a:r>
          </a:p>
          <a:p>
            <a:r>
              <a:rPr lang="en-US" sz="1200">
                <a:solidFill>
                  <a:srgbClr val="8D8D8D"/>
                </a:solidFill>
                <a:latin typeface="Poppins" pitchFamily="2" charset="77"/>
                <a:cs typeface="Poppins" pitchFamily="2" charset="77"/>
              </a:rPr>
              <a:t>DALLAS</a:t>
            </a:r>
          </a:p>
          <a:p>
            <a:r>
              <a:rPr lang="en-US" sz="1200">
                <a:solidFill>
                  <a:srgbClr val="8D8D8D"/>
                </a:solidFill>
                <a:latin typeface="Poppins" pitchFamily="2" charset="77"/>
                <a:cs typeface="Poppins" pitchFamily="2" charset="77"/>
              </a:rPr>
              <a:t>AUSTIN</a:t>
            </a:r>
          </a:p>
          <a:p>
            <a:r>
              <a:rPr lang="en-US" sz="1200">
                <a:solidFill>
                  <a:srgbClr val="8D8D8D"/>
                </a:solidFill>
                <a:latin typeface="Poppins" pitchFamily="2" charset="77"/>
                <a:cs typeface="Poppins" pitchFamily="2" charset="77"/>
              </a:rPr>
              <a:t>HOUSTON</a:t>
            </a:r>
          </a:p>
          <a:p>
            <a:endParaRPr lang="en-US" sz="1200">
              <a:solidFill>
                <a:srgbClr val="8D8D8D"/>
              </a:solidFill>
              <a:latin typeface="Poppins" pitchFamily="2" charset="77"/>
              <a:cs typeface="Poppins" pitchFamily="2" charset="77"/>
            </a:endParaRPr>
          </a:p>
          <a:p>
            <a:r>
              <a:rPr lang="en-US" sz="1200" b="1">
                <a:solidFill>
                  <a:srgbClr val="8D8D8D"/>
                </a:solidFill>
                <a:latin typeface="Poppins" pitchFamily="2" charset="77"/>
                <a:cs typeface="Poppins" pitchFamily="2" charset="77"/>
              </a:rPr>
              <a:t>MEXICO</a:t>
            </a:r>
          </a:p>
          <a:p>
            <a:r>
              <a:rPr lang="en-US" sz="1200">
                <a:solidFill>
                  <a:srgbClr val="8D8D8D"/>
                </a:solidFill>
                <a:latin typeface="Poppins" pitchFamily="2" charset="77"/>
                <a:cs typeface="Poppins" pitchFamily="2" charset="77"/>
              </a:rPr>
              <a:t>GUADALAJARA</a:t>
            </a:r>
          </a:p>
          <a:p>
            <a:r>
              <a:rPr lang="en-US" sz="1200">
                <a:solidFill>
                  <a:srgbClr val="8D8D8D"/>
                </a:solidFill>
                <a:latin typeface="Poppins" pitchFamily="2" charset="77"/>
                <a:cs typeface="Poppins" pitchFamily="2" charset="77"/>
              </a:rPr>
              <a:t>AGUASCALIENTES</a:t>
            </a:r>
          </a:p>
          <a:p>
            <a:endParaRPr lang="en-US" sz="1200">
              <a:solidFill>
                <a:srgbClr val="8D8D8D"/>
              </a:solidFill>
              <a:latin typeface="Poppins" pitchFamily="2" charset="77"/>
              <a:cs typeface="Poppins" pitchFamily="2" charset="77"/>
            </a:endParaRPr>
          </a:p>
          <a:p>
            <a:r>
              <a:rPr lang="en-US" sz="1200" b="1">
                <a:solidFill>
                  <a:srgbClr val="8D8D8D"/>
                </a:solidFill>
                <a:latin typeface="Poppins" pitchFamily="2" charset="77"/>
                <a:cs typeface="Poppins" pitchFamily="2" charset="77"/>
              </a:rPr>
              <a:t>CENTRAL AMERICA</a:t>
            </a:r>
          </a:p>
          <a:p>
            <a:r>
              <a:rPr lang="en-US" sz="1200">
                <a:solidFill>
                  <a:srgbClr val="8D8D8D"/>
                </a:solidFill>
                <a:latin typeface="Poppins" pitchFamily="2" charset="77"/>
                <a:cs typeface="Poppins" pitchFamily="2" charset="77"/>
              </a:rPr>
              <a:t>GUATEMALA</a:t>
            </a:r>
          </a:p>
          <a:p>
            <a:endParaRPr lang="en-US" sz="1200">
              <a:solidFill>
                <a:srgbClr val="8D8D8D"/>
              </a:solidFill>
              <a:latin typeface="Poppins" pitchFamily="2" charset="77"/>
              <a:cs typeface="Poppins" pitchFamily="2" charset="77"/>
            </a:endParaRPr>
          </a:p>
          <a:p>
            <a:r>
              <a:rPr lang="en-US" sz="1200" b="1">
                <a:solidFill>
                  <a:srgbClr val="8D8D8D"/>
                </a:solidFill>
                <a:latin typeface="Poppins" pitchFamily="2" charset="77"/>
                <a:cs typeface="Poppins" pitchFamily="2" charset="77"/>
              </a:rPr>
              <a:t>SOUTH AMERICA</a:t>
            </a:r>
          </a:p>
          <a:p>
            <a:r>
              <a:rPr lang="en-US" sz="1200">
                <a:solidFill>
                  <a:srgbClr val="8D8D8D"/>
                </a:solidFill>
                <a:latin typeface="Poppins" pitchFamily="2" charset="77"/>
                <a:cs typeface="Poppins" pitchFamily="2" charset="77"/>
              </a:rPr>
              <a:t>SANTIAGO</a:t>
            </a:r>
          </a:p>
          <a:p>
            <a:r>
              <a:rPr lang="en-US" sz="1200">
                <a:solidFill>
                  <a:srgbClr val="8D8D8D"/>
                </a:solidFill>
                <a:latin typeface="Poppins" pitchFamily="2" charset="77"/>
                <a:cs typeface="Poppins" pitchFamily="2" charset="77"/>
              </a:rPr>
              <a:t>BUENOS AIRES</a:t>
            </a:r>
          </a:p>
          <a:p>
            <a:endParaRPr lang="en-US" sz="1200">
              <a:solidFill>
                <a:srgbClr val="8D8D8D"/>
              </a:solidFill>
              <a:latin typeface="Poppins" pitchFamily="2" charset="77"/>
              <a:cs typeface="Poppins" pitchFamily="2" charset="77"/>
            </a:endParaRPr>
          </a:p>
          <a:p>
            <a:r>
              <a:rPr lang="en-US" sz="1200" b="1">
                <a:solidFill>
                  <a:srgbClr val="8D8D8D"/>
                </a:solidFill>
                <a:latin typeface="Poppins" pitchFamily="2" charset="77"/>
                <a:cs typeface="Poppins" pitchFamily="2" charset="77"/>
              </a:rPr>
              <a:t>INDIA</a:t>
            </a:r>
          </a:p>
          <a:p>
            <a:r>
              <a:rPr lang="en-US" sz="1200">
                <a:solidFill>
                  <a:srgbClr val="8D8D8D"/>
                </a:solidFill>
                <a:latin typeface="Poppins" pitchFamily="2" charset="77"/>
                <a:cs typeface="Poppins" pitchFamily="2" charset="77"/>
              </a:rPr>
              <a:t>PUNE</a:t>
            </a:r>
            <a:endParaRPr lang="en-MX" sz="1200">
              <a:solidFill>
                <a:srgbClr val="8D8D8D"/>
              </a:solidFill>
              <a:latin typeface="Poppins" pitchFamily="2" charset="77"/>
              <a:cs typeface="Poppins" pitchFamily="2" charset="77"/>
            </a:endParaRPr>
          </a:p>
        </p:txBody>
      </p:sp>
      <p:pic>
        <p:nvPicPr>
          <p:cNvPr id="6" name="Picture 5" descr="A map of the world&#10;&#10;AI-generated content may be incorrect.">
            <a:extLst>
              <a:ext uri="{FF2B5EF4-FFF2-40B4-BE49-F238E27FC236}">
                <a16:creationId xmlns:a16="http://schemas.microsoft.com/office/drawing/2014/main" id="{28A55F98-71D6-7AD8-304A-3FB3D153D64E}"/>
              </a:ext>
            </a:extLst>
          </p:cNvPr>
          <p:cNvPicPr>
            <a:picLocks noChangeAspect="1"/>
          </p:cNvPicPr>
          <p:nvPr/>
        </p:nvPicPr>
        <p:blipFill>
          <a:blip r:embed="rId2"/>
          <a:stretch>
            <a:fillRect/>
          </a:stretch>
        </p:blipFill>
        <p:spPr>
          <a:xfrm>
            <a:off x="1338368" y="556692"/>
            <a:ext cx="10383738" cy="6061262"/>
          </a:xfrm>
          <a:prstGeom prst="rect">
            <a:avLst/>
          </a:prstGeom>
        </p:spPr>
      </p:pic>
    </p:spTree>
    <p:extLst>
      <p:ext uri="{BB962C8B-B14F-4D97-AF65-F5344CB8AC3E}">
        <p14:creationId xmlns:p14="http://schemas.microsoft.com/office/powerpoint/2010/main" val="958030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723ED-AEC9-2094-1E6E-1C3854368904}"/>
              </a:ext>
            </a:extLst>
          </p:cNvPr>
          <p:cNvSpPr>
            <a:spLocks noGrp="1"/>
          </p:cNvSpPr>
          <p:nvPr>
            <p:ph type="title"/>
          </p:nvPr>
        </p:nvSpPr>
        <p:spPr/>
        <p:txBody>
          <a:bodyPr/>
          <a:lstStyle/>
          <a:p>
            <a:r>
              <a:rPr lang="en-MX"/>
              <a:t>Improving Awards</a:t>
            </a:r>
          </a:p>
        </p:txBody>
      </p:sp>
      <p:sp>
        <p:nvSpPr>
          <p:cNvPr id="4" name="Text Placeholder 3">
            <a:extLst>
              <a:ext uri="{FF2B5EF4-FFF2-40B4-BE49-F238E27FC236}">
                <a16:creationId xmlns:a16="http://schemas.microsoft.com/office/drawing/2014/main" id="{AF73011A-C037-1F35-6473-A91D0BF1494E}"/>
              </a:ext>
            </a:extLst>
          </p:cNvPr>
          <p:cNvSpPr>
            <a:spLocks noGrp="1"/>
          </p:cNvSpPr>
          <p:nvPr>
            <p:ph type="body" sz="quarter" idx="11"/>
          </p:nvPr>
        </p:nvSpPr>
        <p:spPr/>
        <p:txBody>
          <a:bodyPr/>
          <a:lstStyle/>
          <a:p>
            <a:endParaRPr lang="en-MX"/>
          </a:p>
        </p:txBody>
      </p:sp>
      <p:pic>
        <p:nvPicPr>
          <p:cNvPr id="5" name="Picture 4" descr="A logo with text and numbers&#10;&#10;Description automatically generated">
            <a:extLst>
              <a:ext uri="{FF2B5EF4-FFF2-40B4-BE49-F238E27FC236}">
                <a16:creationId xmlns:a16="http://schemas.microsoft.com/office/drawing/2014/main" id="{48A6E29F-C339-B1DB-E01F-FE9BC8743546}"/>
              </a:ext>
            </a:extLst>
          </p:cNvPr>
          <p:cNvPicPr/>
          <p:nvPr/>
        </p:nvPicPr>
        <p:blipFill>
          <a:blip r:embed="rId2"/>
          <a:stretch>
            <a:fillRect/>
          </a:stretch>
        </p:blipFill>
        <p:spPr>
          <a:xfrm>
            <a:off x="1666413" y="2506141"/>
            <a:ext cx="1392569" cy="1392569"/>
          </a:xfrm>
          <a:prstGeom prst="rect">
            <a:avLst/>
          </a:prstGeom>
        </p:spPr>
      </p:pic>
      <p:pic>
        <p:nvPicPr>
          <p:cNvPr id="6" name="Picture 5">
            <a:extLst>
              <a:ext uri="{FF2B5EF4-FFF2-40B4-BE49-F238E27FC236}">
                <a16:creationId xmlns:a16="http://schemas.microsoft.com/office/drawing/2014/main" id="{6C3A9392-72C0-8004-1050-5CE30A0DD834}"/>
              </a:ext>
            </a:extLst>
          </p:cNvPr>
          <p:cNvPicPr/>
          <p:nvPr/>
        </p:nvPicPr>
        <p:blipFill>
          <a:blip r:embed="rId3"/>
          <a:stretch>
            <a:fillRect/>
          </a:stretch>
        </p:blipFill>
        <p:spPr>
          <a:xfrm>
            <a:off x="4738135" y="0"/>
            <a:ext cx="5651500" cy="6858000"/>
          </a:xfrm>
          <a:prstGeom prst="rect">
            <a:avLst/>
          </a:prstGeom>
        </p:spPr>
      </p:pic>
      <p:pic>
        <p:nvPicPr>
          <p:cNvPr id="7" name="Content Placeholder 16" descr="A red and blue sign with white text&#10;&#10;AI-generated content may be incorrect.">
            <a:extLst>
              <a:ext uri="{FF2B5EF4-FFF2-40B4-BE49-F238E27FC236}">
                <a16:creationId xmlns:a16="http://schemas.microsoft.com/office/drawing/2014/main" id="{4B8CC80E-D98E-31BD-B05F-DDF8D63C0961}"/>
              </a:ext>
            </a:extLst>
          </p:cNvPr>
          <p:cNvPicPr>
            <a:picLocks/>
          </p:cNvPicPr>
          <p:nvPr/>
        </p:nvPicPr>
        <p:blipFill>
          <a:blip r:embed="rId4"/>
          <a:stretch>
            <a:fillRect/>
          </a:stretch>
        </p:blipFill>
        <p:spPr>
          <a:xfrm>
            <a:off x="778140" y="4258878"/>
            <a:ext cx="1120666" cy="1584000"/>
          </a:xfrm>
          <a:prstGeom prst="rect">
            <a:avLst/>
          </a:prstGeom>
        </p:spPr>
      </p:pic>
      <p:pic>
        <p:nvPicPr>
          <p:cNvPr id="8" name="Picture 7" descr="A red and blue sign with white text&#10;&#10;AI-generated content may be incorrect.">
            <a:extLst>
              <a:ext uri="{FF2B5EF4-FFF2-40B4-BE49-F238E27FC236}">
                <a16:creationId xmlns:a16="http://schemas.microsoft.com/office/drawing/2014/main" id="{98F5DC80-FC5D-D48D-576F-63D7CE241360}"/>
              </a:ext>
            </a:extLst>
          </p:cNvPr>
          <p:cNvPicPr/>
          <p:nvPr/>
        </p:nvPicPr>
        <p:blipFill>
          <a:blip r:embed="rId5"/>
          <a:stretch>
            <a:fillRect/>
          </a:stretch>
        </p:blipFill>
        <p:spPr>
          <a:xfrm>
            <a:off x="2851785" y="4258878"/>
            <a:ext cx="1120666" cy="1584000"/>
          </a:xfrm>
          <a:prstGeom prst="rect">
            <a:avLst/>
          </a:prstGeom>
        </p:spPr>
      </p:pic>
      <p:pic>
        <p:nvPicPr>
          <p:cNvPr id="9" name="Picture 8" descr="A red and blue sign with white text&#10;&#10;AI-generated content may be incorrect.">
            <a:extLst>
              <a:ext uri="{FF2B5EF4-FFF2-40B4-BE49-F238E27FC236}">
                <a16:creationId xmlns:a16="http://schemas.microsoft.com/office/drawing/2014/main" id="{F79F6E12-5EC0-B367-2DCA-6806747E5A44}"/>
              </a:ext>
            </a:extLst>
          </p:cNvPr>
          <p:cNvPicPr/>
          <p:nvPr/>
        </p:nvPicPr>
        <p:blipFill>
          <a:blip r:embed="rId6"/>
          <a:stretch>
            <a:fillRect/>
          </a:stretch>
        </p:blipFill>
        <p:spPr>
          <a:xfrm>
            <a:off x="1802365" y="4258878"/>
            <a:ext cx="1120666" cy="1584000"/>
          </a:xfrm>
          <a:prstGeom prst="rect">
            <a:avLst/>
          </a:prstGeom>
        </p:spPr>
      </p:pic>
    </p:spTree>
    <p:extLst>
      <p:ext uri="{BB962C8B-B14F-4D97-AF65-F5344CB8AC3E}">
        <p14:creationId xmlns:p14="http://schemas.microsoft.com/office/powerpoint/2010/main" val="24359508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F75BA-85E2-9E92-1380-1D1B9EF7C170}"/>
              </a:ext>
            </a:extLst>
          </p:cNvPr>
          <p:cNvSpPr>
            <a:spLocks noGrp="1"/>
          </p:cNvSpPr>
          <p:nvPr>
            <p:ph type="title"/>
          </p:nvPr>
        </p:nvSpPr>
        <p:spPr/>
        <p:txBody>
          <a:bodyPr/>
          <a:lstStyle/>
          <a:p>
            <a:r>
              <a:rPr lang="en-MX"/>
              <a:t>By the Numbers</a:t>
            </a:r>
          </a:p>
        </p:txBody>
      </p:sp>
      <p:sp>
        <p:nvSpPr>
          <p:cNvPr id="3" name="Content Placeholder 2">
            <a:extLst>
              <a:ext uri="{FF2B5EF4-FFF2-40B4-BE49-F238E27FC236}">
                <a16:creationId xmlns:a16="http://schemas.microsoft.com/office/drawing/2014/main" id="{FDB70481-D589-0558-5A8E-D2EA71BF49A8}"/>
              </a:ext>
            </a:extLst>
          </p:cNvPr>
          <p:cNvSpPr>
            <a:spLocks noGrp="1"/>
          </p:cNvSpPr>
          <p:nvPr>
            <p:ph sz="quarter" idx="10"/>
          </p:nvPr>
        </p:nvSpPr>
        <p:spPr/>
        <p:txBody>
          <a:bodyPr/>
          <a:lstStyle/>
          <a:p>
            <a:endParaRPr lang="en-MX"/>
          </a:p>
        </p:txBody>
      </p:sp>
      <p:sp>
        <p:nvSpPr>
          <p:cNvPr id="4" name="Text Placeholder 3">
            <a:extLst>
              <a:ext uri="{FF2B5EF4-FFF2-40B4-BE49-F238E27FC236}">
                <a16:creationId xmlns:a16="http://schemas.microsoft.com/office/drawing/2014/main" id="{521445F7-F67E-5E21-B5A2-7F082857D4DA}"/>
              </a:ext>
            </a:extLst>
          </p:cNvPr>
          <p:cNvSpPr>
            <a:spLocks noGrp="1"/>
          </p:cNvSpPr>
          <p:nvPr>
            <p:ph type="body" sz="quarter" idx="11"/>
          </p:nvPr>
        </p:nvSpPr>
        <p:spPr/>
        <p:txBody>
          <a:bodyPr/>
          <a:lstStyle/>
          <a:p>
            <a:endParaRPr lang="en-MX"/>
          </a:p>
        </p:txBody>
      </p:sp>
      <p:pic>
        <p:nvPicPr>
          <p:cNvPr id="5" name="Picture 4" descr="A white circle with blue and black design&#10;&#10;Description automatically generated with medium confidence">
            <a:extLst>
              <a:ext uri="{FF2B5EF4-FFF2-40B4-BE49-F238E27FC236}">
                <a16:creationId xmlns:a16="http://schemas.microsoft.com/office/drawing/2014/main" id="{5F17446A-5434-5046-FA7B-9FD9A9FA6992}"/>
              </a:ext>
            </a:extLst>
          </p:cNvPr>
          <p:cNvPicPr/>
          <p:nvPr/>
        </p:nvPicPr>
        <p:blipFill>
          <a:blip r:embed="rId2"/>
          <a:stretch>
            <a:fillRect/>
          </a:stretch>
        </p:blipFill>
        <p:spPr>
          <a:xfrm>
            <a:off x="1902046" y="1800151"/>
            <a:ext cx="7772400" cy="4451912"/>
          </a:xfrm>
          <a:prstGeom prst="rect">
            <a:avLst/>
          </a:prstGeom>
        </p:spPr>
      </p:pic>
      <p:sp>
        <p:nvSpPr>
          <p:cNvPr id="6" name="Title 1">
            <a:extLst>
              <a:ext uri="{FF2B5EF4-FFF2-40B4-BE49-F238E27FC236}">
                <a16:creationId xmlns:a16="http://schemas.microsoft.com/office/drawing/2014/main" id="{50D84EED-A18A-A4F6-A7C6-4FED87EE7A02}"/>
              </a:ext>
            </a:extLst>
          </p:cNvPr>
          <p:cNvSpPr txBox="1"/>
          <p:nvPr/>
        </p:nvSpPr>
        <p:spPr>
          <a:xfrm>
            <a:off x="2998931" y="3530227"/>
            <a:ext cx="2717725" cy="513299"/>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200" b="1" i="0" kern="1200">
                <a:solidFill>
                  <a:srgbClr val="005596"/>
                </a:solidFill>
                <a:latin typeface="Poppins" pitchFamily="2" charset="77"/>
                <a:ea typeface="+mj-ea"/>
                <a:cs typeface="Poppins" pitchFamily="2" charset="77"/>
              </a:defRPr>
            </a:lvl1pPr>
          </a:lstStyle>
          <a:p>
            <a:r>
              <a:rPr lang="es-ES" sz="4400" b="0">
                <a:solidFill>
                  <a:srgbClr val="1E5690"/>
                </a:solidFill>
                <a:latin typeface="Poppins ExtraBold" pitchFamily="2" charset="77"/>
                <a:cs typeface="Poppins ExtraBold" pitchFamily="2" charset="77"/>
              </a:rPr>
              <a:t>2,400</a:t>
            </a:r>
            <a:r>
              <a:rPr lang="es-ES" sz="4400" b="0" dirty="0">
                <a:solidFill>
                  <a:srgbClr val="1E5690"/>
                </a:solidFill>
                <a:latin typeface="Poppins ExtraBold" pitchFamily="2" charset="77"/>
                <a:cs typeface="Poppins ExtraBold" pitchFamily="2" charset="77"/>
              </a:rPr>
              <a:t>+</a:t>
            </a:r>
            <a:endParaRPr lang="en-MX" sz="4400" b="0">
              <a:solidFill>
                <a:srgbClr val="1E5690"/>
              </a:solidFill>
              <a:latin typeface="Poppins ExtraBold" pitchFamily="2" charset="77"/>
              <a:cs typeface="Poppins ExtraBold" pitchFamily="2" charset="77"/>
            </a:endParaRPr>
          </a:p>
        </p:txBody>
      </p:sp>
      <p:sp>
        <p:nvSpPr>
          <p:cNvPr id="7" name="Title 1">
            <a:extLst>
              <a:ext uri="{FF2B5EF4-FFF2-40B4-BE49-F238E27FC236}">
                <a16:creationId xmlns:a16="http://schemas.microsoft.com/office/drawing/2014/main" id="{9477F148-698C-9DDB-944F-1E82064DC593}"/>
              </a:ext>
            </a:extLst>
          </p:cNvPr>
          <p:cNvSpPr txBox="1"/>
          <p:nvPr/>
        </p:nvSpPr>
        <p:spPr>
          <a:xfrm>
            <a:off x="2915160" y="4089045"/>
            <a:ext cx="2213883" cy="51329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1" i="0" kern="1200">
                <a:solidFill>
                  <a:srgbClr val="005596"/>
                </a:solidFill>
                <a:latin typeface="Poppins" pitchFamily="2" charset="77"/>
                <a:ea typeface="+mj-ea"/>
                <a:cs typeface="Poppins" pitchFamily="2" charset="77"/>
              </a:defRPr>
            </a:lvl1pPr>
          </a:lstStyle>
          <a:p>
            <a:r>
              <a:rPr lang="en-MX" sz="2800" b="0">
                <a:solidFill>
                  <a:srgbClr val="1E5690"/>
                </a:solidFill>
                <a:latin typeface="Poppins SemiBold" pitchFamily="2" charset="77"/>
                <a:cs typeface="Poppins SemiBold" pitchFamily="2" charset="77"/>
              </a:rPr>
              <a:t>IMPROVERS</a:t>
            </a:r>
          </a:p>
        </p:txBody>
      </p:sp>
      <p:sp>
        <p:nvSpPr>
          <p:cNvPr id="8" name="Title 1">
            <a:extLst>
              <a:ext uri="{FF2B5EF4-FFF2-40B4-BE49-F238E27FC236}">
                <a16:creationId xmlns:a16="http://schemas.microsoft.com/office/drawing/2014/main" id="{4BD8AE3B-7266-D0F4-1C0E-6090B3F109B4}"/>
              </a:ext>
            </a:extLst>
          </p:cNvPr>
          <p:cNvSpPr txBox="1"/>
          <p:nvPr/>
        </p:nvSpPr>
        <p:spPr>
          <a:xfrm>
            <a:off x="6197342" y="3518237"/>
            <a:ext cx="2674480" cy="585185"/>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200" b="1" i="0" kern="1200">
                <a:solidFill>
                  <a:srgbClr val="005596"/>
                </a:solidFill>
                <a:latin typeface="Poppins" pitchFamily="2" charset="77"/>
                <a:ea typeface="+mj-ea"/>
                <a:cs typeface="Poppins" pitchFamily="2" charset="77"/>
              </a:defRPr>
            </a:lvl1pPr>
          </a:lstStyle>
          <a:p>
            <a:r>
              <a:rPr lang="en-MX" sz="4400" b="0">
                <a:solidFill>
                  <a:srgbClr val="1E5690"/>
                </a:solidFill>
                <a:latin typeface="Poppins ExtraBold"/>
                <a:cs typeface="Poppins ExtraBold"/>
              </a:rPr>
              <a:t>$300</a:t>
            </a:r>
            <a:r>
              <a:rPr lang="en-US" sz="4400" b="0">
                <a:solidFill>
                  <a:srgbClr val="1E5690"/>
                </a:solidFill>
                <a:latin typeface="Poppins ExtraBold"/>
                <a:cs typeface="Poppins ExtraBold"/>
              </a:rPr>
              <a:t>+</a:t>
            </a:r>
            <a:r>
              <a:rPr lang="en-MX" sz="4400" b="0">
                <a:solidFill>
                  <a:srgbClr val="1E5690"/>
                </a:solidFill>
                <a:latin typeface="Poppins ExtraBold"/>
                <a:cs typeface="Poppins ExtraBold"/>
              </a:rPr>
              <a:t> M</a:t>
            </a:r>
          </a:p>
        </p:txBody>
      </p:sp>
      <p:sp>
        <p:nvSpPr>
          <p:cNvPr id="9" name="Title 1">
            <a:extLst>
              <a:ext uri="{FF2B5EF4-FFF2-40B4-BE49-F238E27FC236}">
                <a16:creationId xmlns:a16="http://schemas.microsoft.com/office/drawing/2014/main" id="{DF20EFB5-D94F-FBD5-F30F-C79E7630ACBE}"/>
              </a:ext>
            </a:extLst>
          </p:cNvPr>
          <p:cNvSpPr txBox="1"/>
          <p:nvPr/>
        </p:nvSpPr>
        <p:spPr>
          <a:xfrm>
            <a:off x="6433523" y="4137071"/>
            <a:ext cx="2213883" cy="51329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1" i="0" kern="1200">
                <a:solidFill>
                  <a:srgbClr val="005596"/>
                </a:solidFill>
                <a:latin typeface="Poppins" pitchFamily="2" charset="77"/>
                <a:ea typeface="+mj-ea"/>
                <a:cs typeface="Poppins" pitchFamily="2" charset="77"/>
              </a:defRPr>
            </a:lvl1pPr>
          </a:lstStyle>
          <a:p>
            <a:pPr algn="ctr"/>
            <a:r>
              <a:rPr lang="en-MX" sz="2800" b="0">
                <a:solidFill>
                  <a:srgbClr val="1E5690"/>
                </a:solidFill>
                <a:latin typeface="Poppins SemiBold" pitchFamily="2" charset="77"/>
                <a:cs typeface="Poppins SemiBold" pitchFamily="2" charset="77"/>
              </a:rPr>
              <a:t>REVENUE</a:t>
            </a:r>
          </a:p>
        </p:txBody>
      </p:sp>
    </p:spTree>
    <p:extLst>
      <p:ext uri="{BB962C8B-B14F-4D97-AF65-F5344CB8AC3E}">
        <p14:creationId xmlns:p14="http://schemas.microsoft.com/office/powerpoint/2010/main" val="4265525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8A848-EA5F-3E9F-7A13-6AB485543B5C}"/>
              </a:ext>
            </a:extLst>
          </p:cNvPr>
          <p:cNvSpPr>
            <a:spLocks noGrp="1"/>
          </p:cNvSpPr>
          <p:nvPr>
            <p:ph type="title"/>
          </p:nvPr>
        </p:nvSpPr>
        <p:spPr/>
        <p:txBody>
          <a:bodyPr/>
          <a:lstStyle/>
          <a:p>
            <a:r>
              <a:rPr lang="en-MX"/>
              <a:t>Our History</a:t>
            </a:r>
          </a:p>
        </p:txBody>
      </p:sp>
      <p:sp>
        <p:nvSpPr>
          <p:cNvPr id="4" name="Text Placeholder 3">
            <a:extLst>
              <a:ext uri="{FF2B5EF4-FFF2-40B4-BE49-F238E27FC236}">
                <a16:creationId xmlns:a16="http://schemas.microsoft.com/office/drawing/2014/main" id="{3C020064-114A-2972-7A51-4FEFFEBDE278}"/>
              </a:ext>
            </a:extLst>
          </p:cNvPr>
          <p:cNvSpPr>
            <a:spLocks noGrp="1"/>
          </p:cNvSpPr>
          <p:nvPr>
            <p:ph type="body" sz="quarter" idx="11"/>
          </p:nvPr>
        </p:nvSpPr>
        <p:spPr/>
        <p:txBody>
          <a:bodyPr/>
          <a:lstStyle/>
          <a:p>
            <a:endParaRPr lang="en-MX"/>
          </a:p>
        </p:txBody>
      </p:sp>
      <p:sp>
        <p:nvSpPr>
          <p:cNvPr id="5" name="Content Placeholder 4">
            <a:extLst>
              <a:ext uri="{FF2B5EF4-FFF2-40B4-BE49-F238E27FC236}">
                <a16:creationId xmlns:a16="http://schemas.microsoft.com/office/drawing/2014/main" id="{8766DD75-D9D1-6BE5-7CBF-6D0AA7AE6863}"/>
              </a:ext>
            </a:extLst>
          </p:cNvPr>
          <p:cNvSpPr>
            <a:spLocks noGrp="1"/>
          </p:cNvSpPr>
          <p:nvPr>
            <p:ph sz="quarter" idx="10"/>
          </p:nvPr>
        </p:nvSpPr>
        <p:spPr/>
        <p:txBody>
          <a:bodyPr/>
          <a:lstStyle/>
          <a:p>
            <a:endParaRPr lang="en-MX"/>
          </a:p>
        </p:txBody>
      </p:sp>
      <p:pic>
        <p:nvPicPr>
          <p:cNvPr id="7" name="Picture 6" descr="A screenshot of a timeline&#10;&#10;AI-generated content may be incorrect.">
            <a:extLst>
              <a:ext uri="{FF2B5EF4-FFF2-40B4-BE49-F238E27FC236}">
                <a16:creationId xmlns:a16="http://schemas.microsoft.com/office/drawing/2014/main" id="{F225CBC9-CCC8-99AC-D992-21957C352F00}"/>
              </a:ext>
            </a:extLst>
          </p:cNvPr>
          <p:cNvPicPr>
            <a:picLocks noChangeAspect="1"/>
          </p:cNvPicPr>
          <p:nvPr/>
        </p:nvPicPr>
        <p:blipFill>
          <a:blip r:embed="rId2"/>
          <a:stretch>
            <a:fillRect/>
          </a:stretch>
        </p:blipFill>
        <p:spPr>
          <a:xfrm>
            <a:off x="98025" y="1067085"/>
            <a:ext cx="12093975" cy="5524747"/>
          </a:xfrm>
          <a:prstGeom prst="rect">
            <a:avLst/>
          </a:prstGeom>
        </p:spPr>
      </p:pic>
    </p:spTree>
    <p:extLst>
      <p:ext uri="{BB962C8B-B14F-4D97-AF65-F5344CB8AC3E}">
        <p14:creationId xmlns:p14="http://schemas.microsoft.com/office/powerpoint/2010/main" val="1998479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FAC99-10F7-9EA8-3226-9325E253E9DE}"/>
              </a:ext>
            </a:extLst>
          </p:cNvPr>
          <p:cNvSpPr>
            <a:spLocks noGrp="1"/>
          </p:cNvSpPr>
          <p:nvPr>
            <p:ph type="title"/>
          </p:nvPr>
        </p:nvSpPr>
        <p:spPr/>
        <p:txBody>
          <a:bodyPr/>
          <a:lstStyle/>
          <a:p>
            <a:r>
              <a:rPr lang="en-MX"/>
              <a:t>Service Offerings</a:t>
            </a:r>
          </a:p>
        </p:txBody>
      </p:sp>
      <p:sp>
        <p:nvSpPr>
          <p:cNvPr id="3" name="Content Placeholder 2">
            <a:extLst>
              <a:ext uri="{FF2B5EF4-FFF2-40B4-BE49-F238E27FC236}">
                <a16:creationId xmlns:a16="http://schemas.microsoft.com/office/drawing/2014/main" id="{E0E65456-963A-CA5F-26C2-C84F87D7A975}"/>
              </a:ext>
            </a:extLst>
          </p:cNvPr>
          <p:cNvSpPr>
            <a:spLocks noGrp="1"/>
          </p:cNvSpPr>
          <p:nvPr>
            <p:ph sz="quarter" idx="10"/>
          </p:nvPr>
        </p:nvSpPr>
        <p:spPr/>
        <p:txBody>
          <a:bodyPr/>
          <a:lstStyle/>
          <a:p>
            <a:endParaRPr lang="en-MX"/>
          </a:p>
        </p:txBody>
      </p:sp>
      <p:sp>
        <p:nvSpPr>
          <p:cNvPr id="4" name="Text Placeholder 3">
            <a:extLst>
              <a:ext uri="{FF2B5EF4-FFF2-40B4-BE49-F238E27FC236}">
                <a16:creationId xmlns:a16="http://schemas.microsoft.com/office/drawing/2014/main" id="{F858249D-B685-12DA-38B7-D39566ECFC6B}"/>
              </a:ext>
            </a:extLst>
          </p:cNvPr>
          <p:cNvSpPr>
            <a:spLocks noGrp="1"/>
          </p:cNvSpPr>
          <p:nvPr>
            <p:ph type="body" sz="quarter" idx="11"/>
          </p:nvPr>
        </p:nvSpPr>
        <p:spPr/>
        <p:txBody>
          <a:bodyPr/>
          <a:lstStyle/>
          <a:p>
            <a:endParaRPr lang="en-MX"/>
          </a:p>
        </p:txBody>
      </p:sp>
      <p:pic>
        <p:nvPicPr>
          <p:cNvPr id="5" name="Picture 4" descr="A blue and orange arrows with icons&#10;&#10;Description automatically generated">
            <a:extLst>
              <a:ext uri="{FF2B5EF4-FFF2-40B4-BE49-F238E27FC236}">
                <a16:creationId xmlns:a16="http://schemas.microsoft.com/office/drawing/2014/main" id="{013BA03A-72B4-3332-9B67-D32DC58A0DCF}"/>
              </a:ext>
            </a:extLst>
          </p:cNvPr>
          <p:cNvPicPr/>
          <p:nvPr/>
        </p:nvPicPr>
        <p:blipFill>
          <a:blip r:embed="rId2"/>
          <a:stretch>
            <a:fillRect/>
          </a:stretch>
        </p:blipFill>
        <p:spPr>
          <a:xfrm>
            <a:off x="1088103" y="1698446"/>
            <a:ext cx="10015794" cy="4465202"/>
          </a:xfrm>
          <a:prstGeom prst="rect">
            <a:avLst/>
          </a:prstGeom>
        </p:spPr>
      </p:pic>
      <p:sp>
        <p:nvSpPr>
          <p:cNvPr id="6" name="TextBox 5">
            <a:extLst>
              <a:ext uri="{FF2B5EF4-FFF2-40B4-BE49-F238E27FC236}">
                <a16:creationId xmlns:a16="http://schemas.microsoft.com/office/drawing/2014/main" id="{5391F84D-4180-F990-C9DE-03168B87426D}"/>
              </a:ext>
            </a:extLst>
          </p:cNvPr>
          <p:cNvSpPr txBox="1"/>
          <p:nvPr/>
        </p:nvSpPr>
        <p:spPr>
          <a:xfrm>
            <a:off x="7324805" y="3449671"/>
            <a:ext cx="1492314" cy="2400657"/>
          </a:xfrm>
          <a:prstGeom prst="rect">
            <a:avLst/>
          </a:prstGeom>
          <a:noFill/>
        </p:spPr>
        <p:txBody>
          <a:bodyPr wrap="square" rtlCol="0">
            <a:spAutoFit/>
          </a:bodyPr>
          <a:lstStyle/>
          <a:p>
            <a:pPr algn="ctr"/>
            <a:r>
              <a:rPr lang="en-US" sz="1000">
                <a:solidFill>
                  <a:schemeClr val="bg1"/>
                </a:solidFill>
                <a:latin typeface="Khula" panose="02000000000000000000" pitchFamily="2" charset="0"/>
                <a:cs typeface="Khula" panose="02000000000000000000" pitchFamily="2" charset="0"/>
              </a:rPr>
              <a:t>Frontend Development</a:t>
            </a:r>
          </a:p>
          <a:p>
            <a:pPr algn="ctr"/>
            <a:r>
              <a:rPr lang="en-US" sz="1000">
                <a:solidFill>
                  <a:schemeClr val="bg1"/>
                </a:solidFill>
                <a:latin typeface="Khula" panose="02000000000000000000" pitchFamily="2" charset="0"/>
                <a:cs typeface="Khula" panose="02000000000000000000" pitchFamily="2" charset="0"/>
              </a:rPr>
              <a:t>Cloud</a:t>
            </a:r>
          </a:p>
          <a:p>
            <a:pPr algn="ctr"/>
            <a:r>
              <a:rPr lang="en-US" sz="1000">
                <a:solidFill>
                  <a:schemeClr val="bg1"/>
                </a:solidFill>
                <a:latin typeface="Khula" panose="02000000000000000000" pitchFamily="2" charset="0"/>
                <a:cs typeface="Khula" panose="02000000000000000000" pitchFamily="2" charset="0"/>
              </a:rPr>
              <a:t>AI / ML</a:t>
            </a:r>
          </a:p>
          <a:p>
            <a:pPr algn="ctr"/>
            <a:r>
              <a:rPr lang="en-US" sz="1000">
                <a:solidFill>
                  <a:schemeClr val="bg1"/>
                </a:solidFill>
                <a:latin typeface="Khula" panose="02000000000000000000" pitchFamily="2" charset="0"/>
                <a:cs typeface="Khula" panose="02000000000000000000" pitchFamily="2" charset="0"/>
              </a:rPr>
              <a:t>Microsoft Solutions</a:t>
            </a:r>
          </a:p>
          <a:p>
            <a:pPr algn="ctr"/>
            <a:r>
              <a:rPr lang="en-US" sz="1000">
                <a:solidFill>
                  <a:schemeClr val="bg1"/>
                </a:solidFill>
                <a:latin typeface="Khula" panose="02000000000000000000" pitchFamily="2" charset="0"/>
                <a:cs typeface="Khula" panose="02000000000000000000" pitchFamily="2" charset="0"/>
              </a:rPr>
              <a:t>Agile</a:t>
            </a:r>
          </a:p>
          <a:p>
            <a:pPr algn="ctr"/>
            <a:r>
              <a:rPr lang="en-US" sz="1000">
                <a:solidFill>
                  <a:schemeClr val="bg1"/>
                </a:solidFill>
                <a:latin typeface="Khula" panose="02000000000000000000" pitchFamily="2" charset="0"/>
                <a:cs typeface="Khula" panose="02000000000000000000" pitchFamily="2" charset="0"/>
              </a:rPr>
              <a:t>Security</a:t>
            </a:r>
          </a:p>
          <a:p>
            <a:pPr algn="ctr"/>
            <a:r>
              <a:rPr lang="en-US" sz="1000">
                <a:solidFill>
                  <a:schemeClr val="bg1"/>
                </a:solidFill>
                <a:latin typeface="Khula" panose="02000000000000000000" pitchFamily="2" charset="0"/>
                <a:cs typeface="Khula" panose="02000000000000000000" pitchFamily="2" charset="0"/>
              </a:rPr>
              <a:t>QA &amp; Testing</a:t>
            </a:r>
          </a:p>
          <a:p>
            <a:pPr algn="ctr"/>
            <a:r>
              <a:rPr lang="en-US" sz="1000">
                <a:solidFill>
                  <a:schemeClr val="bg1"/>
                </a:solidFill>
                <a:latin typeface="Khula" panose="02000000000000000000" pitchFamily="2" charset="0"/>
                <a:cs typeface="Khula" panose="02000000000000000000" pitchFamily="2" charset="0"/>
              </a:rPr>
              <a:t>User Experience</a:t>
            </a:r>
          </a:p>
          <a:p>
            <a:pPr algn="ctr"/>
            <a:r>
              <a:rPr lang="en-US" sz="1000">
                <a:solidFill>
                  <a:schemeClr val="bg1"/>
                </a:solidFill>
                <a:latin typeface="Khula" panose="02000000000000000000" pitchFamily="2" charset="0"/>
                <a:cs typeface="Khula" panose="02000000000000000000" pitchFamily="2" charset="0"/>
              </a:rPr>
              <a:t>Application</a:t>
            </a:r>
          </a:p>
          <a:p>
            <a:pPr algn="ctr"/>
            <a:r>
              <a:rPr lang="en-US" sz="1000">
                <a:solidFill>
                  <a:schemeClr val="bg1"/>
                </a:solidFill>
                <a:latin typeface="Khula" panose="02000000000000000000" pitchFamily="2" charset="0"/>
                <a:cs typeface="Khula" panose="02000000000000000000" pitchFamily="2" charset="0"/>
              </a:rPr>
              <a:t>Mobile</a:t>
            </a:r>
          </a:p>
          <a:p>
            <a:pPr algn="ctr"/>
            <a:r>
              <a:rPr lang="en-US" sz="1000">
                <a:solidFill>
                  <a:schemeClr val="bg1"/>
                </a:solidFill>
                <a:latin typeface="Khula" panose="02000000000000000000" pitchFamily="2" charset="0"/>
                <a:cs typeface="Khula" panose="02000000000000000000" pitchFamily="2" charset="0"/>
              </a:rPr>
              <a:t>Web</a:t>
            </a:r>
          </a:p>
          <a:p>
            <a:pPr algn="ctr"/>
            <a:r>
              <a:rPr lang="en-US" sz="1000">
                <a:solidFill>
                  <a:schemeClr val="bg1"/>
                </a:solidFill>
                <a:latin typeface="Khula" panose="02000000000000000000" pitchFamily="2" charset="0"/>
                <a:cs typeface="Khula" panose="02000000000000000000" pitchFamily="2" charset="0"/>
              </a:rPr>
              <a:t>Microservices</a:t>
            </a:r>
          </a:p>
          <a:p>
            <a:pPr algn="ctr"/>
            <a:r>
              <a:rPr lang="en-US" sz="1000">
                <a:solidFill>
                  <a:schemeClr val="bg1"/>
                </a:solidFill>
                <a:latin typeface="Khula" panose="02000000000000000000" pitchFamily="2" charset="0"/>
                <a:cs typeface="Khula" panose="02000000000000000000" pitchFamily="2" charset="0"/>
              </a:rPr>
              <a:t>API</a:t>
            </a:r>
          </a:p>
          <a:p>
            <a:pPr algn="ctr"/>
            <a:endParaRPr lang="en-US" sz="1000">
              <a:solidFill>
                <a:schemeClr val="bg1"/>
              </a:solidFill>
              <a:latin typeface="Khula" panose="02000000000000000000" pitchFamily="2" charset="0"/>
              <a:cs typeface="Khula" panose="02000000000000000000" pitchFamily="2" charset="0"/>
            </a:endParaRPr>
          </a:p>
          <a:p>
            <a:pPr algn="ctr"/>
            <a:endParaRPr lang="en-MX" sz="1000">
              <a:solidFill>
                <a:schemeClr val="bg1"/>
              </a:solidFill>
              <a:latin typeface="Khula" panose="02000000000000000000" pitchFamily="2" charset="0"/>
              <a:cs typeface="Khula" panose="02000000000000000000" pitchFamily="2" charset="0"/>
            </a:endParaRPr>
          </a:p>
        </p:txBody>
      </p:sp>
      <p:sp>
        <p:nvSpPr>
          <p:cNvPr id="7" name="TextBox 6">
            <a:extLst>
              <a:ext uri="{FF2B5EF4-FFF2-40B4-BE49-F238E27FC236}">
                <a16:creationId xmlns:a16="http://schemas.microsoft.com/office/drawing/2014/main" id="{C29DC166-150B-7ADD-F648-11F9DD12C26F}"/>
              </a:ext>
            </a:extLst>
          </p:cNvPr>
          <p:cNvSpPr txBox="1"/>
          <p:nvPr/>
        </p:nvSpPr>
        <p:spPr>
          <a:xfrm>
            <a:off x="5349843" y="3537203"/>
            <a:ext cx="1492314" cy="1785104"/>
          </a:xfrm>
          <a:prstGeom prst="rect">
            <a:avLst/>
          </a:prstGeom>
          <a:noFill/>
        </p:spPr>
        <p:txBody>
          <a:bodyPr wrap="square" rtlCol="0">
            <a:spAutoFit/>
          </a:bodyPr>
          <a:lstStyle/>
          <a:p>
            <a:pPr algn="ctr"/>
            <a:r>
              <a:rPr lang="en-US" sz="1000">
                <a:solidFill>
                  <a:schemeClr val="bg1"/>
                </a:solidFill>
                <a:latin typeface="Khula" panose="02000000000000000000" pitchFamily="2" charset="0"/>
                <a:cs typeface="Khula" panose="02000000000000000000" pitchFamily="2" charset="0"/>
              </a:rPr>
              <a:t>Development</a:t>
            </a:r>
          </a:p>
          <a:p>
            <a:pPr algn="ctr"/>
            <a:r>
              <a:rPr lang="en-US" sz="1000">
                <a:solidFill>
                  <a:schemeClr val="bg1"/>
                </a:solidFill>
                <a:latin typeface="Khula" panose="02000000000000000000" pitchFamily="2" charset="0"/>
                <a:cs typeface="Khula" panose="02000000000000000000" pitchFamily="2" charset="0"/>
              </a:rPr>
              <a:t>Cloud</a:t>
            </a:r>
          </a:p>
          <a:p>
            <a:pPr algn="ctr"/>
            <a:r>
              <a:rPr lang="en-US" sz="1000">
                <a:solidFill>
                  <a:schemeClr val="bg1"/>
                </a:solidFill>
                <a:latin typeface="Khula" panose="02000000000000000000" pitchFamily="2" charset="0"/>
                <a:cs typeface="Khula" panose="02000000000000000000" pitchFamily="2" charset="0"/>
              </a:rPr>
              <a:t>Business Intelligence</a:t>
            </a:r>
          </a:p>
          <a:p>
            <a:pPr algn="ctr"/>
            <a:r>
              <a:rPr lang="en-US" sz="1000">
                <a:solidFill>
                  <a:schemeClr val="bg1"/>
                </a:solidFill>
                <a:latin typeface="Khula" panose="02000000000000000000" pitchFamily="2" charset="0"/>
                <a:cs typeface="Khula" panose="02000000000000000000" pitchFamily="2" charset="0"/>
              </a:rPr>
              <a:t>Microsoft Solutions</a:t>
            </a:r>
          </a:p>
          <a:p>
            <a:pPr algn="ctr"/>
            <a:r>
              <a:rPr lang="en-US" sz="1000">
                <a:solidFill>
                  <a:schemeClr val="bg1"/>
                </a:solidFill>
                <a:latin typeface="Khula" panose="02000000000000000000" pitchFamily="2" charset="0"/>
                <a:cs typeface="Khula" panose="02000000000000000000" pitchFamily="2" charset="0"/>
              </a:rPr>
              <a:t>Agile</a:t>
            </a:r>
          </a:p>
          <a:p>
            <a:pPr algn="ctr"/>
            <a:r>
              <a:rPr lang="en-US" sz="1000">
                <a:solidFill>
                  <a:schemeClr val="bg1"/>
                </a:solidFill>
                <a:latin typeface="Khula" panose="02000000000000000000" pitchFamily="2" charset="0"/>
                <a:cs typeface="Khula" panose="02000000000000000000" pitchFamily="2" charset="0"/>
              </a:rPr>
              <a:t>DevOps</a:t>
            </a:r>
          </a:p>
          <a:p>
            <a:pPr algn="ctr"/>
            <a:r>
              <a:rPr lang="en-US" sz="1000">
                <a:solidFill>
                  <a:schemeClr val="bg1"/>
                </a:solidFill>
                <a:latin typeface="Khula" panose="02000000000000000000" pitchFamily="2" charset="0"/>
                <a:cs typeface="Khula" panose="02000000000000000000" pitchFamily="2" charset="0"/>
              </a:rPr>
              <a:t>Security</a:t>
            </a:r>
          </a:p>
          <a:p>
            <a:pPr algn="ctr"/>
            <a:r>
              <a:rPr lang="en-US" sz="1000">
                <a:solidFill>
                  <a:schemeClr val="bg1"/>
                </a:solidFill>
                <a:latin typeface="Khula" panose="02000000000000000000" pitchFamily="2" charset="0"/>
                <a:cs typeface="Khula" panose="02000000000000000000" pitchFamily="2" charset="0"/>
              </a:rPr>
              <a:t>QA</a:t>
            </a:r>
          </a:p>
          <a:p>
            <a:pPr algn="ctr"/>
            <a:r>
              <a:rPr lang="en-US" sz="1000">
                <a:solidFill>
                  <a:schemeClr val="bg1"/>
                </a:solidFill>
                <a:latin typeface="Khula" panose="02000000000000000000" pitchFamily="2" charset="0"/>
                <a:cs typeface="Khula" panose="02000000000000000000" pitchFamily="2" charset="0"/>
              </a:rPr>
              <a:t>User Experience</a:t>
            </a:r>
          </a:p>
          <a:p>
            <a:pPr algn="ctr"/>
            <a:r>
              <a:rPr lang="en-US" sz="1000">
                <a:solidFill>
                  <a:schemeClr val="bg1"/>
                </a:solidFill>
                <a:latin typeface="Khula" panose="02000000000000000000" pitchFamily="2" charset="0"/>
                <a:cs typeface="Khula" panose="02000000000000000000" pitchFamily="2" charset="0"/>
              </a:rPr>
              <a:t>Project Management</a:t>
            </a:r>
          </a:p>
          <a:p>
            <a:pPr algn="ctr"/>
            <a:r>
              <a:rPr lang="en-US" sz="1000">
                <a:solidFill>
                  <a:schemeClr val="bg1"/>
                </a:solidFill>
                <a:latin typeface="Khula" panose="02000000000000000000" pitchFamily="2" charset="0"/>
                <a:cs typeface="Khula" panose="02000000000000000000" pitchFamily="2" charset="0"/>
              </a:rPr>
              <a:t>Digital Transformation</a:t>
            </a:r>
            <a:endParaRPr lang="en-MX" sz="1000">
              <a:solidFill>
                <a:schemeClr val="bg1"/>
              </a:solidFill>
              <a:latin typeface="Khula" panose="02000000000000000000" pitchFamily="2" charset="0"/>
              <a:cs typeface="Khula" panose="02000000000000000000" pitchFamily="2" charset="0"/>
            </a:endParaRPr>
          </a:p>
        </p:txBody>
      </p:sp>
      <p:sp>
        <p:nvSpPr>
          <p:cNvPr id="8" name="TextBox 7">
            <a:extLst>
              <a:ext uri="{FF2B5EF4-FFF2-40B4-BE49-F238E27FC236}">
                <a16:creationId xmlns:a16="http://schemas.microsoft.com/office/drawing/2014/main" id="{4A1E2296-4A75-7A27-DBBE-7CD6BC38C233}"/>
              </a:ext>
            </a:extLst>
          </p:cNvPr>
          <p:cNvSpPr txBox="1"/>
          <p:nvPr/>
        </p:nvSpPr>
        <p:spPr>
          <a:xfrm>
            <a:off x="3381766" y="4024022"/>
            <a:ext cx="1492314" cy="707886"/>
          </a:xfrm>
          <a:prstGeom prst="rect">
            <a:avLst/>
          </a:prstGeom>
          <a:noFill/>
        </p:spPr>
        <p:txBody>
          <a:bodyPr wrap="square" rtlCol="0">
            <a:spAutoFit/>
          </a:bodyPr>
          <a:lstStyle/>
          <a:p>
            <a:pPr algn="ctr"/>
            <a:r>
              <a:rPr lang="en-US" sz="1000">
                <a:solidFill>
                  <a:schemeClr val="bg1"/>
                </a:solidFill>
                <a:latin typeface="Khula" panose="02000000000000000000" pitchFamily="2" charset="0"/>
                <a:cs typeface="Khula" panose="02000000000000000000" pitchFamily="2" charset="0"/>
              </a:rPr>
              <a:t>Agile Services</a:t>
            </a:r>
          </a:p>
          <a:p>
            <a:pPr algn="ctr"/>
            <a:r>
              <a:rPr lang="en-US" sz="1000">
                <a:solidFill>
                  <a:schemeClr val="bg1"/>
                </a:solidFill>
                <a:latin typeface="Khula" panose="02000000000000000000" pitchFamily="2" charset="0"/>
                <a:cs typeface="Khula" panose="02000000000000000000" pitchFamily="2" charset="0"/>
              </a:rPr>
              <a:t>Workshops</a:t>
            </a:r>
          </a:p>
          <a:p>
            <a:pPr algn="ctr"/>
            <a:r>
              <a:rPr lang="en-US" sz="1000">
                <a:solidFill>
                  <a:schemeClr val="bg1"/>
                </a:solidFill>
                <a:latin typeface="Khula" panose="02000000000000000000" pitchFamily="2" charset="0"/>
                <a:cs typeface="Khula" panose="02000000000000000000" pitchFamily="2" charset="0"/>
              </a:rPr>
              <a:t>Private Training</a:t>
            </a:r>
          </a:p>
          <a:p>
            <a:pPr algn="ctr"/>
            <a:r>
              <a:rPr lang="en-US" sz="1000">
                <a:solidFill>
                  <a:schemeClr val="bg1"/>
                </a:solidFill>
                <a:latin typeface="Khula" panose="02000000000000000000" pitchFamily="2" charset="0"/>
                <a:cs typeface="Khula" panose="02000000000000000000" pitchFamily="2" charset="0"/>
              </a:rPr>
              <a:t>Certifications</a:t>
            </a:r>
          </a:p>
        </p:txBody>
      </p:sp>
      <p:sp>
        <p:nvSpPr>
          <p:cNvPr id="9" name="TextBox 8">
            <a:extLst>
              <a:ext uri="{FF2B5EF4-FFF2-40B4-BE49-F238E27FC236}">
                <a16:creationId xmlns:a16="http://schemas.microsoft.com/office/drawing/2014/main" id="{246B1487-80C2-246C-83F9-1F7833E6FF0D}"/>
              </a:ext>
            </a:extLst>
          </p:cNvPr>
          <p:cNvSpPr txBox="1"/>
          <p:nvPr/>
        </p:nvSpPr>
        <p:spPr>
          <a:xfrm>
            <a:off x="9247526" y="3931047"/>
            <a:ext cx="1492314" cy="1015663"/>
          </a:xfrm>
          <a:prstGeom prst="rect">
            <a:avLst/>
          </a:prstGeom>
          <a:noFill/>
        </p:spPr>
        <p:txBody>
          <a:bodyPr wrap="square" rtlCol="0">
            <a:spAutoFit/>
          </a:bodyPr>
          <a:lstStyle/>
          <a:p>
            <a:pPr algn="ctr"/>
            <a:r>
              <a:rPr lang="en-US" sz="1000">
                <a:solidFill>
                  <a:schemeClr val="bg1"/>
                </a:solidFill>
                <a:latin typeface="Khula" panose="02000000000000000000" pitchFamily="2" charset="0"/>
                <a:cs typeface="Khula" panose="02000000000000000000" pitchFamily="2" charset="0"/>
              </a:rPr>
              <a:t>Nearshore Development</a:t>
            </a:r>
          </a:p>
          <a:p>
            <a:pPr algn="ctr"/>
            <a:r>
              <a:rPr lang="en-US" sz="1000">
                <a:solidFill>
                  <a:schemeClr val="bg1"/>
                </a:solidFill>
                <a:latin typeface="Khula" panose="02000000000000000000" pitchFamily="2" charset="0"/>
                <a:cs typeface="Khula" panose="02000000000000000000" pitchFamily="2" charset="0"/>
              </a:rPr>
              <a:t>Staffing &amp; Team </a:t>
            </a:r>
          </a:p>
          <a:p>
            <a:pPr algn="ctr"/>
            <a:r>
              <a:rPr lang="en-US" sz="1000">
                <a:solidFill>
                  <a:schemeClr val="bg1"/>
                </a:solidFill>
                <a:latin typeface="Khula" panose="02000000000000000000" pitchFamily="2" charset="0"/>
                <a:cs typeface="Khula" panose="02000000000000000000" pitchFamily="2" charset="0"/>
              </a:rPr>
              <a:t>Augmentation</a:t>
            </a:r>
          </a:p>
          <a:p>
            <a:pPr algn="ctr"/>
            <a:r>
              <a:rPr lang="en-US" sz="1000">
                <a:solidFill>
                  <a:schemeClr val="bg1"/>
                </a:solidFill>
                <a:latin typeface="Khula" panose="02000000000000000000" pitchFamily="2" charset="0"/>
                <a:cs typeface="Khula" panose="02000000000000000000" pitchFamily="2" charset="0"/>
              </a:rPr>
              <a:t>Outsourcing Testing</a:t>
            </a:r>
          </a:p>
          <a:p>
            <a:pPr algn="ctr"/>
            <a:r>
              <a:rPr lang="en-US" sz="1000">
                <a:solidFill>
                  <a:schemeClr val="bg1"/>
                </a:solidFill>
                <a:latin typeface="Khula" panose="02000000000000000000" pitchFamily="2" charset="0"/>
                <a:cs typeface="Khula" panose="02000000000000000000" pitchFamily="2" charset="0"/>
              </a:rPr>
              <a:t>Consulting</a:t>
            </a:r>
          </a:p>
        </p:txBody>
      </p:sp>
      <p:sp>
        <p:nvSpPr>
          <p:cNvPr id="10" name="TextBox 9">
            <a:extLst>
              <a:ext uri="{FF2B5EF4-FFF2-40B4-BE49-F238E27FC236}">
                <a16:creationId xmlns:a16="http://schemas.microsoft.com/office/drawing/2014/main" id="{51494076-6DA7-925B-E6F7-B44B84CCDB1D}"/>
              </a:ext>
            </a:extLst>
          </p:cNvPr>
          <p:cNvSpPr txBox="1"/>
          <p:nvPr/>
        </p:nvSpPr>
        <p:spPr>
          <a:xfrm>
            <a:off x="1413000" y="3931047"/>
            <a:ext cx="1492314" cy="1015663"/>
          </a:xfrm>
          <a:prstGeom prst="rect">
            <a:avLst/>
          </a:prstGeom>
          <a:noFill/>
        </p:spPr>
        <p:txBody>
          <a:bodyPr wrap="square" rtlCol="0">
            <a:spAutoFit/>
          </a:bodyPr>
          <a:lstStyle/>
          <a:p>
            <a:pPr algn="ctr"/>
            <a:r>
              <a:rPr lang="en-US" sz="1000">
                <a:solidFill>
                  <a:schemeClr val="bg1"/>
                </a:solidFill>
                <a:latin typeface="Khula" panose="02000000000000000000" pitchFamily="2" charset="0"/>
                <a:cs typeface="Khula" panose="02000000000000000000" pitchFamily="2" charset="0"/>
              </a:rPr>
              <a:t>Webinars</a:t>
            </a:r>
          </a:p>
          <a:p>
            <a:pPr algn="ctr"/>
            <a:r>
              <a:rPr lang="en-US" sz="1000">
                <a:solidFill>
                  <a:schemeClr val="bg1"/>
                </a:solidFill>
                <a:latin typeface="Khula" panose="02000000000000000000" pitchFamily="2" charset="0"/>
                <a:cs typeface="Khula" panose="02000000000000000000" pitchFamily="2" charset="0"/>
              </a:rPr>
              <a:t>Conferences</a:t>
            </a:r>
          </a:p>
          <a:p>
            <a:pPr algn="ctr"/>
            <a:r>
              <a:rPr lang="en-US" sz="1000">
                <a:solidFill>
                  <a:schemeClr val="bg1"/>
                </a:solidFill>
                <a:latin typeface="Khula" panose="02000000000000000000" pitchFamily="2" charset="0"/>
                <a:cs typeface="Khula" panose="02000000000000000000" pitchFamily="2" charset="0"/>
              </a:rPr>
              <a:t>User Groups</a:t>
            </a:r>
          </a:p>
          <a:p>
            <a:pPr algn="ctr"/>
            <a:r>
              <a:rPr lang="en-US" sz="1000" err="1">
                <a:solidFill>
                  <a:schemeClr val="bg1"/>
                </a:solidFill>
                <a:latin typeface="Khula" panose="02000000000000000000" pitchFamily="2" charset="0"/>
                <a:cs typeface="Khula" panose="02000000000000000000" pitchFamily="2" charset="0"/>
              </a:rPr>
              <a:t>CodeLaunch</a:t>
            </a:r>
            <a:endParaRPr lang="en-US" sz="1000">
              <a:solidFill>
                <a:schemeClr val="bg1"/>
              </a:solidFill>
              <a:latin typeface="Khula" panose="02000000000000000000" pitchFamily="2" charset="0"/>
              <a:cs typeface="Khula" panose="02000000000000000000" pitchFamily="2" charset="0"/>
            </a:endParaRPr>
          </a:p>
          <a:p>
            <a:pPr algn="ctr"/>
            <a:r>
              <a:rPr lang="en-US" sz="1000" err="1">
                <a:solidFill>
                  <a:schemeClr val="bg1"/>
                </a:solidFill>
                <a:latin typeface="Khula" panose="02000000000000000000" pitchFamily="2" charset="0"/>
                <a:cs typeface="Khula" panose="02000000000000000000" pitchFamily="2" charset="0"/>
              </a:rPr>
              <a:t>OpenSource</a:t>
            </a:r>
            <a:endParaRPr lang="en-US" sz="1000">
              <a:solidFill>
                <a:schemeClr val="bg1"/>
              </a:solidFill>
              <a:latin typeface="Khula" panose="02000000000000000000" pitchFamily="2" charset="0"/>
              <a:cs typeface="Khula" panose="02000000000000000000" pitchFamily="2" charset="0"/>
            </a:endParaRPr>
          </a:p>
          <a:p>
            <a:pPr algn="ctr"/>
            <a:r>
              <a:rPr lang="en-US" sz="1000">
                <a:solidFill>
                  <a:schemeClr val="bg1"/>
                </a:solidFill>
                <a:latin typeface="Khula" panose="02000000000000000000" pitchFamily="2" charset="0"/>
                <a:cs typeface="Khula" panose="02000000000000000000" pitchFamily="2" charset="0"/>
              </a:rPr>
              <a:t>Speaking Engagements</a:t>
            </a:r>
          </a:p>
        </p:txBody>
      </p:sp>
      <p:sp>
        <p:nvSpPr>
          <p:cNvPr id="11" name="TextBox 10">
            <a:extLst>
              <a:ext uri="{FF2B5EF4-FFF2-40B4-BE49-F238E27FC236}">
                <a16:creationId xmlns:a16="http://schemas.microsoft.com/office/drawing/2014/main" id="{75980444-D2D1-7F8E-56FA-4A8BED5BB58C}"/>
              </a:ext>
            </a:extLst>
          </p:cNvPr>
          <p:cNvSpPr txBox="1"/>
          <p:nvPr/>
        </p:nvSpPr>
        <p:spPr>
          <a:xfrm>
            <a:off x="7324805" y="2619757"/>
            <a:ext cx="1492314" cy="400110"/>
          </a:xfrm>
          <a:prstGeom prst="rect">
            <a:avLst/>
          </a:prstGeom>
          <a:noFill/>
        </p:spPr>
        <p:txBody>
          <a:bodyPr wrap="square" rtlCol="0">
            <a:spAutoFit/>
          </a:bodyPr>
          <a:lstStyle/>
          <a:p>
            <a:pPr algn="ctr"/>
            <a:r>
              <a:rPr lang="en-US" sz="1000" b="1">
                <a:solidFill>
                  <a:srgbClr val="005696"/>
                </a:solidFill>
                <a:latin typeface="Poppins ExtraBold" pitchFamily="2" charset="77"/>
                <a:cs typeface="Poppins ExtraBold" pitchFamily="2" charset="77"/>
              </a:rPr>
              <a:t>SOFTWARE</a:t>
            </a:r>
          </a:p>
          <a:p>
            <a:pPr algn="ctr"/>
            <a:r>
              <a:rPr lang="en-US" sz="1000" b="1">
                <a:solidFill>
                  <a:srgbClr val="005696"/>
                </a:solidFill>
                <a:latin typeface="Poppins ExtraBold" pitchFamily="2" charset="77"/>
                <a:cs typeface="Poppins ExtraBold" pitchFamily="2" charset="77"/>
              </a:rPr>
              <a:t>DEVELOPMENT</a:t>
            </a:r>
            <a:endParaRPr lang="en-MX" sz="1000" b="1">
              <a:solidFill>
                <a:srgbClr val="005696"/>
              </a:solidFill>
              <a:latin typeface="Poppins ExtraBold" pitchFamily="2" charset="77"/>
              <a:cs typeface="Poppins ExtraBold" pitchFamily="2" charset="77"/>
            </a:endParaRPr>
          </a:p>
        </p:txBody>
      </p:sp>
      <p:sp>
        <p:nvSpPr>
          <p:cNvPr id="12" name="TextBox 11">
            <a:extLst>
              <a:ext uri="{FF2B5EF4-FFF2-40B4-BE49-F238E27FC236}">
                <a16:creationId xmlns:a16="http://schemas.microsoft.com/office/drawing/2014/main" id="{3FE1F498-D953-FAEF-C940-EBB9F68F68E1}"/>
              </a:ext>
            </a:extLst>
          </p:cNvPr>
          <p:cNvSpPr txBox="1"/>
          <p:nvPr/>
        </p:nvSpPr>
        <p:spPr>
          <a:xfrm>
            <a:off x="5349843" y="2786128"/>
            <a:ext cx="1492314" cy="400110"/>
          </a:xfrm>
          <a:prstGeom prst="rect">
            <a:avLst/>
          </a:prstGeom>
          <a:noFill/>
        </p:spPr>
        <p:txBody>
          <a:bodyPr wrap="square" rtlCol="0">
            <a:spAutoFit/>
          </a:bodyPr>
          <a:lstStyle/>
          <a:p>
            <a:pPr algn="ctr"/>
            <a:r>
              <a:rPr lang="en-US" sz="1000" b="1">
                <a:solidFill>
                  <a:srgbClr val="FAA51A"/>
                </a:solidFill>
                <a:latin typeface="Poppins ExtraBold" pitchFamily="2" charset="77"/>
                <a:cs typeface="Poppins ExtraBold" pitchFamily="2" charset="77"/>
              </a:rPr>
              <a:t>CONSULTING</a:t>
            </a:r>
          </a:p>
          <a:p>
            <a:pPr algn="ctr"/>
            <a:r>
              <a:rPr lang="en-US" sz="1000" b="1">
                <a:solidFill>
                  <a:srgbClr val="FAA51A"/>
                </a:solidFill>
                <a:latin typeface="Poppins ExtraBold" pitchFamily="2" charset="77"/>
                <a:cs typeface="Poppins ExtraBold" pitchFamily="2" charset="77"/>
              </a:rPr>
              <a:t>SERVICES</a:t>
            </a:r>
            <a:endParaRPr lang="en-MX" sz="1000" b="1">
              <a:solidFill>
                <a:srgbClr val="FAA51A"/>
              </a:solidFill>
              <a:latin typeface="Poppins ExtraBold" pitchFamily="2" charset="77"/>
              <a:cs typeface="Poppins ExtraBold" pitchFamily="2" charset="77"/>
            </a:endParaRPr>
          </a:p>
        </p:txBody>
      </p:sp>
      <p:sp>
        <p:nvSpPr>
          <p:cNvPr id="13" name="TextBox 12">
            <a:extLst>
              <a:ext uri="{FF2B5EF4-FFF2-40B4-BE49-F238E27FC236}">
                <a16:creationId xmlns:a16="http://schemas.microsoft.com/office/drawing/2014/main" id="{00CD1C44-02E7-7122-6F3A-16DD6D3CDA13}"/>
              </a:ext>
            </a:extLst>
          </p:cNvPr>
          <p:cNvSpPr txBox="1"/>
          <p:nvPr/>
        </p:nvSpPr>
        <p:spPr>
          <a:xfrm>
            <a:off x="3381766" y="2791794"/>
            <a:ext cx="1492314" cy="400110"/>
          </a:xfrm>
          <a:prstGeom prst="rect">
            <a:avLst/>
          </a:prstGeom>
          <a:noFill/>
        </p:spPr>
        <p:txBody>
          <a:bodyPr wrap="square" rtlCol="0">
            <a:spAutoFit/>
          </a:bodyPr>
          <a:lstStyle/>
          <a:p>
            <a:pPr algn="ctr"/>
            <a:r>
              <a:rPr lang="en-US" sz="1000" b="1">
                <a:solidFill>
                  <a:srgbClr val="2297D5"/>
                </a:solidFill>
                <a:latin typeface="Poppins ExtraBold" pitchFamily="2" charset="77"/>
                <a:cs typeface="Poppins ExtraBold" pitchFamily="2" charset="77"/>
              </a:rPr>
              <a:t>TRAINING &amp;</a:t>
            </a:r>
          </a:p>
          <a:p>
            <a:pPr algn="ctr"/>
            <a:r>
              <a:rPr lang="en-US" sz="1000" b="1">
                <a:solidFill>
                  <a:srgbClr val="2297D5"/>
                </a:solidFill>
                <a:latin typeface="Poppins ExtraBold" pitchFamily="2" charset="77"/>
                <a:cs typeface="Poppins ExtraBold" pitchFamily="2" charset="77"/>
              </a:rPr>
              <a:t>COACHING</a:t>
            </a:r>
            <a:endParaRPr lang="en-MX" sz="1000" b="1">
              <a:solidFill>
                <a:srgbClr val="2297D5"/>
              </a:solidFill>
              <a:latin typeface="Poppins ExtraBold" pitchFamily="2" charset="77"/>
              <a:cs typeface="Poppins ExtraBold" pitchFamily="2" charset="77"/>
            </a:endParaRPr>
          </a:p>
        </p:txBody>
      </p:sp>
      <p:sp>
        <p:nvSpPr>
          <p:cNvPr id="14" name="TextBox 13">
            <a:extLst>
              <a:ext uri="{FF2B5EF4-FFF2-40B4-BE49-F238E27FC236}">
                <a16:creationId xmlns:a16="http://schemas.microsoft.com/office/drawing/2014/main" id="{8DF7E3C9-26E5-9B39-BFDB-D6E444F9F722}"/>
              </a:ext>
            </a:extLst>
          </p:cNvPr>
          <p:cNvSpPr txBox="1"/>
          <p:nvPr/>
        </p:nvSpPr>
        <p:spPr>
          <a:xfrm>
            <a:off x="9270104" y="2791794"/>
            <a:ext cx="1492314" cy="246221"/>
          </a:xfrm>
          <a:prstGeom prst="rect">
            <a:avLst/>
          </a:prstGeom>
          <a:noFill/>
        </p:spPr>
        <p:txBody>
          <a:bodyPr wrap="square" rtlCol="0">
            <a:spAutoFit/>
          </a:bodyPr>
          <a:lstStyle/>
          <a:p>
            <a:pPr algn="ctr"/>
            <a:r>
              <a:rPr lang="en-US" sz="1000" b="1">
                <a:solidFill>
                  <a:srgbClr val="27BCA2"/>
                </a:solidFill>
                <a:latin typeface="Poppins ExtraBold" pitchFamily="2" charset="77"/>
                <a:cs typeface="Poppins ExtraBold" pitchFamily="2" charset="77"/>
              </a:rPr>
              <a:t>OUTSOURCING</a:t>
            </a:r>
            <a:endParaRPr lang="en-MX" sz="1000" b="1">
              <a:solidFill>
                <a:srgbClr val="27BCA2"/>
              </a:solidFill>
              <a:latin typeface="Poppins ExtraBold" pitchFamily="2" charset="77"/>
              <a:cs typeface="Poppins ExtraBold" pitchFamily="2" charset="77"/>
            </a:endParaRPr>
          </a:p>
        </p:txBody>
      </p:sp>
      <p:sp>
        <p:nvSpPr>
          <p:cNvPr id="15" name="TextBox 14">
            <a:extLst>
              <a:ext uri="{FF2B5EF4-FFF2-40B4-BE49-F238E27FC236}">
                <a16:creationId xmlns:a16="http://schemas.microsoft.com/office/drawing/2014/main" id="{DFAAACC5-643A-6F70-AF97-F2476C774453}"/>
              </a:ext>
            </a:extLst>
          </p:cNvPr>
          <p:cNvSpPr txBox="1"/>
          <p:nvPr/>
        </p:nvSpPr>
        <p:spPr>
          <a:xfrm>
            <a:off x="1413000" y="2791794"/>
            <a:ext cx="1492314" cy="246221"/>
          </a:xfrm>
          <a:prstGeom prst="rect">
            <a:avLst/>
          </a:prstGeom>
          <a:noFill/>
        </p:spPr>
        <p:txBody>
          <a:bodyPr wrap="square" rtlCol="0">
            <a:spAutoFit/>
          </a:bodyPr>
          <a:lstStyle/>
          <a:p>
            <a:pPr algn="ctr"/>
            <a:r>
              <a:rPr lang="en-US" sz="1000" b="1">
                <a:solidFill>
                  <a:srgbClr val="A4228E"/>
                </a:solidFill>
                <a:latin typeface="Poppins ExtraBold" pitchFamily="2" charset="77"/>
                <a:cs typeface="Poppins ExtraBold" pitchFamily="2" charset="77"/>
              </a:rPr>
              <a:t>COMMUNITY</a:t>
            </a:r>
            <a:endParaRPr lang="en-MX" sz="1000" b="1">
              <a:solidFill>
                <a:srgbClr val="A4228E"/>
              </a:solidFill>
              <a:latin typeface="Poppins ExtraBold" pitchFamily="2" charset="77"/>
              <a:cs typeface="Poppins ExtraBold" pitchFamily="2" charset="77"/>
            </a:endParaRPr>
          </a:p>
        </p:txBody>
      </p:sp>
    </p:spTree>
    <p:extLst>
      <p:ext uri="{BB962C8B-B14F-4D97-AF65-F5344CB8AC3E}">
        <p14:creationId xmlns:p14="http://schemas.microsoft.com/office/powerpoint/2010/main" val="3116453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5F4A2-14B9-91F8-CCCD-F6974F647686}"/>
              </a:ext>
            </a:extLst>
          </p:cNvPr>
          <p:cNvSpPr>
            <a:spLocks noGrp="1"/>
          </p:cNvSpPr>
          <p:nvPr>
            <p:ph type="title"/>
          </p:nvPr>
        </p:nvSpPr>
        <p:spPr/>
        <p:txBody>
          <a:bodyPr/>
          <a:lstStyle/>
          <a:p>
            <a:r>
              <a:rPr lang="en-MX"/>
              <a:t>Guiding Principles</a:t>
            </a:r>
          </a:p>
        </p:txBody>
      </p:sp>
      <p:sp>
        <p:nvSpPr>
          <p:cNvPr id="4" name="Text Placeholder 3">
            <a:extLst>
              <a:ext uri="{FF2B5EF4-FFF2-40B4-BE49-F238E27FC236}">
                <a16:creationId xmlns:a16="http://schemas.microsoft.com/office/drawing/2014/main" id="{8645E15A-08F0-F79A-C383-DF0166ED282A}"/>
              </a:ext>
            </a:extLst>
          </p:cNvPr>
          <p:cNvSpPr>
            <a:spLocks noGrp="1"/>
          </p:cNvSpPr>
          <p:nvPr>
            <p:ph type="body" sz="quarter" idx="11"/>
          </p:nvPr>
        </p:nvSpPr>
        <p:spPr/>
        <p:txBody>
          <a:bodyPr/>
          <a:lstStyle/>
          <a:p>
            <a:endParaRPr lang="en-MX"/>
          </a:p>
        </p:txBody>
      </p:sp>
      <p:pic>
        <p:nvPicPr>
          <p:cNvPr id="5" name="Picture 4" descr="A group of colorful circles with numbers&#10;&#10;Description automatically generated">
            <a:extLst>
              <a:ext uri="{FF2B5EF4-FFF2-40B4-BE49-F238E27FC236}">
                <a16:creationId xmlns:a16="http://schemas.microsoft.com/office/drawing/2014/main" id="{682CF3C0-8C63-A72F-FCE6-F89706D22ABD}"/>
              </a:ext>
            </a:extLst>
          </p:cNvPr>
          <p:cNvPicPr/>
          <p:nvPr/>
        </p:nvPicPr>
        <p:blipFill>
          <a:blip r:embed="rId2"/>
          <a:stretch>
            <a:fillRect/>
          </a:stretch>
        </p:blipFill>
        <p:spPr>
          <a:xfrm>
            <a:off x="2754694" y="400370"/>
            <a:ext cx="8472312" cy="5976875"/>
          </a:xfrm>
          <a:prstGeom prst="rect">
            <a:avLst/>
          </a:prstGeom>
        </p:spPr>
      </p:pic>
      <p:sp>
        <p:nvSpPr>
          <p:cNvPr id="6" name="TextBox 5">
            <a:extLst>
              <a:ext uri="{FF2B5EF4-FFF2-40B4-BE49-F238E27FC236}">
                <a16:creationId xmlns:a16="http://schemas.microsoft.com/office/drawing/2014/main" id="{CF7E2431-AB5E-4ECA-6624-E007ECE3D72C}"/>
              </a:ext>
            </a:extLst>
          </p:cNvPr>
          <p:cNvSpPr txBox="1"/>
          <p:nvPr/>
        </p:nvSpPr>
        <p:spPr>
          <a:xfrm>
            <a:off x="4556858" y="1354084"/>
            <a:ext cx="2430187" cy="584775"/>
          </a:xfrm>
          <a:prstGeom prst="rect">
            <a:avLst/>
          </a:prstGeom>
          <a:noFill/>
        </p:spPr>
        <p:txBody>
          <a:bodyPr wrap="square" rtlCol="0">
            <a:spAutoFit/>
          </a:bodyPr>
          <a:lstStyle/>
          <a:p>
            <a:pPr algn="ctr"/>
            <a:r>
              <a:rPr lang="en-US" sz="1600" b="1">
                <a:solidFill>
                  <a:schemeClr val="bg1"/>
                </a:solidFill>
                <a:latin typeface="Poppins" pitchFamily="2" charset="77"/>
                <a:cs typeface="Poppins" pitchFamily="2" charset="77"/>
              </a:rPr>
              <a:t>OUR </a:t>
            </a:r>
          </a:p>
          <a:p>
            <a:pPr algn="ctr"/>
            <a:r>
              <a:rPr lang="en-US" sz="1600" b="1">
                <a:solidFill>
                  <a:schemeClr val="bg1"/>
                </a:solidFill>
                <a:latin typeface="Poppins" pitchFamily="2" charset="77"/>
                <a:cs typeface="Poppins" pitchFamily="2" charset="77"/>
              </a:rPr>
              <a:t>PHILOSOPHY</a:t>
            </a:r>
            <a:endParaRPr lang="en-MX" sz="1600" b="1">
              <a:solidFill>
                <a:schemeClr val="bg1"/>
              </a:solidFill>
              <a:latin typeface="Poppins" pitchFamily="2" charset="77"/>
              <a:cs typeface="Poppins" pitchFamily="2" charset="77"/>
            </a:endParaRPr>
          </a:p>
        </p:txBody>
      </p:sp>
      <p:sp>
        <p:nvSpPr>
          <p:cNvPr id="7" name="TextBox 6">
            <a:extLst>
              <a:ext uri="{FF2B5EF4-FFF2-40B4-BE49-F238E27FC236}">
                <a16:creationId xmlns:a16="http://schemas.microsoft.com/office/drawing/2014/main" id="{494E5B82-F8E4-7083-A219-D636F3B75287}"/>
              </a:ext>
            </a:extLst>
          </p:cNvPr>
          <p:cNvSpPr txBox="1"/>
          <p:nvPr/>
        </p:nvSpPr>
        <p:spPr>
          <a:xfrm>
            <a:off x="4772803" y="1950364"/>
            <a:ext cx="1998298" cy="261610"/>
          </a:xfrm>
          <a:prstGeom prst="rect">
            <a:avLst/>
          </a:prstGeom>
          <a:noFill/>
        </p:spPr>
        <p:txBody>
          <a:bodyPr wrap="square" rtlCol="0">
            <a:spAutoFit/>
          </a:bodyPr>
          <a:lstStyle/>
          <a:p>
            <a:pPr algn="ctr"/>
            <a:r>
              <a:rPr lang="en-US" sz="1100">
                <a:solidFill>
                  <a:schemeClr val="bg1"/>
                </a:solidFill>
                <a:latin typeface="Poppins" pitchFamily="2" charset="77"/>
                <a:cs typeface="Poppins" pitchFamily="2" charset="77"/>
              </a:rPr>
              <a:t>CONSCIOUS CAPITALISM</a:t>
            </a:r>
            <a:endParaRPr lang="en-MX" sz="1100">
              <a:solidFill>
                <a:schemeClr val="bg1"/>
              </a:solidFill>
              <a:latin typeface="Poppins" pitchFamily="2" charset="77"/>
              <a:cs typeface="Poppins" pitchFamily="2" charset="77"/>
            </a:endParaRPr>
          </a:p>
        </p:txBody>
      </p:sp>
      <p:sp>
        <p:nvSpPr>
          <p:cNvPr id="8" name="TextBox 7">
            <a:extLst>
              <a:ext uri="{FF2B5EF4-FFF2-40B4-BE49-F238E27FC236}">
                <a16:creationId xmlns:a16="http://schemas.microsoft.com/office/drawing/2014/main" id="{662C2DC7-3901-689B-9438-0CE4019E10D6}"/>
              </a:ext>
            </a:extLst>
          </p:cNvPr>
          <p:cNvSpPr txBox="1"/>
          <p:nvPr/>
        </p:nvSpPr>
        <p:spPr>
          <a:xfrm>
            <a:off x="3367777" y="2778762"/>
            <a:ext cx="1614476" cy="584775"/>
          </a:xfrm>
          <a:prstGeom prst="rect">
            <a:avLst/>
          </a:prstGeom>
          <a:noFill/>
        </p:spPr>
        <p:txBody>
          <a:bodyPr wrap="square" rtlCol="0">
            <a:spAutoFit/>
          </a:bodyPr>
          <a:lstStyle/>
          <a:p>
            <a:pPr algn="ctr"/>
            <a:r>
              <a:rPr lang="en-US" sz="1600" b="1">
                <a:solidFill>
                  <a:schemeClr val="bg1"/>
                </a:solidFill>
                <a:latin typeface="Poppins" pitchFamily="2" charset="77"/>
                <a:cs typeface="Poppins" pitchFamily="2" charset="77"/>
              </a:rPr>
              <a:t>OUR AMBITION</a:t>
            </a:r>
            <a:endParaRPr lang="en-MX" sz="1600" b="1">
              <a:solidFill>
                <a:schemeClr val="bg1"/>
              </a:solidFill>
              <a:latin typeface="Poppins" pitchFamily="2" charset="77"/>
              <a:cs typeface="Poppins" pitchFamily="2" charset="77"/>
            </a:endParaRPr>
          </a:p>
        </p:txBody>
      </p:sp>
      <p:sp>
        <p:nvSpPr>
          <p:cNvPr id="9" name="TextBox 8">
            <a:extLst>
              <a:ext uri="{FF2B5EF4-FFF2-40B4-BE49-F238E27FC236}">
                <a16:creationId xmlns:a16="http://schemas.microsoft.com/office/drawing/2014/main" id="{BCAAA293-94DF-985A-7E51-79F6ECA543C1}"/>
              </a:ext>
            </a:extLst>
          </p:cNvPr>
          <p:cNvSpPr txBox="1"/>
          <p:nvPr/>
        </p:nvSpPr>
        <p:spPr>
          <a:xfrm>
            <a:off x="3175866" y="3357361"/>
            <a:ext cx="1998298" cy="430887"/>
          </a:xfrm>
          <a:prstGeom prst="rect">
            <a:avLst/>
          </a:prstGeom>
          <a:noFill/>
        </p:spPr>
        <p:txBody>
          <a:bodyPr wrap="square" rtlCol="0">
            <a:spAutoFit/>
          </a:bodyPr>
          <a:lstStyle/>
          <a:p>
            <a:pPr algn="ctr"/>
            <a:r>
              <a:rPr lang="en-US" sz="1100">
                <a:solidFill>
                  <a:schemeClr val="bg1"/>
                </a:solidFill>
                <a:latin typeface="Poppins" pitchFamily="2" charset="77"/>
                <a:cs typeface="Poppins" pitchFamily="2" charset="77"/>
              </a:rPr>
              <a:t>CHANGE THE PERCEPTION </a:t>
            </a:r>
          </a:p>
          <a:p>
            <a:pPr algn="ctr"/>
            <a:r>
              <a:rPr lang="en-US" sz="1100">
                <a:solidFill>
                  <a:schemeClr val="bg1"/>
                </a:solidFill>
                <a:latin typeface="Poppins" pitchFamily="2" charset="77"/>
                <a:cs typeface="Poppins" pitchFamily="2" charset="77"/>
              </a:rPr>
              <a:t>OF THE IT PROFESSION</a:t>
            </a:r>
            <a:endParaRPr lang="en-MX" sz="1100">
              <a:solidFill>
                <a:schemeClr val="bg1"/>
              </a:solidFill>
              <a:latin typeface="Poppins" pitchFamily="2" charset="77"/>
              <a:cs typeface="Poppins" pitchFamily="2" charset="77"/>
            </a:endParaRPr>
          </a:p>
        </p:txBody>
      </p:sp>
      <p:sp>
        <p:nvSpPr>
          <p:cNvPr id="10" name="TextBox 9">
            <a:extLst>
              <a:ext uri="{FF2B5EF4-FFF2-40B4-BE49-F238E27FC236}">
                <a16:creationId xmlns:a16="http://schemas.microsoft.com/office/drawing/2014/main" id="{D00FD095-765E-35C2-9C34-94AA1513A3C9}"/>
              </a:ext>
            </a:extLst>
          </p:cNvPr>
          <p:cNvSpPr txBox="1"/>
          <p:nvPr/>
        </p:nvSpPr>
        <p:spPr>
          <a:xfrm>
            <a:off x="4840605" y="4497971"/>
            <a:ext cx="1614476" cy="584775"/>
          </a:xfrm>
          <a:prstGeom prst="rect">
            <a:avLst/>
          </a:prstGeom>
          <a:noFill/>
        </p:spPr>
        <p:txBody>
          <a:bodyPr wrap="square" rtlCol="0">
            <a:spAutoFit/>
          </a:bodyPr>
          <a:lstStyle/>
          <a:p>
            <a:pPr algn="ctr"/>
            <a:r>
              <a:rPr lang="en-US" sz="1600" b="1">
                <a:solidFill>
                  <a:schemeClr val="bg1"/>
                </a:solidFill>
                <a:latin typeface="Poppins" pitchFamily="2" charset="77"/>
                <a:cs typeface="Poppins" pitchFamily="2" charset="77"/>
              </a:rPr>
              <a:t>OUR </a:t>
            </a:r>
          </a:p>
          <a:p>
            <a:pPr algn="ctr"/>
            <a:r>
              <a:rPr lang="en-US" sz="1600" b="1">
                <a:solidFill>
                  <a:schemeClr val="bg1"/>
                </a:solidFill>
                <a:latin typeface="Poppins" pitchFamily="2" charset="77"/>
                <a:cs typeface="Poppins" pitchFamily="2" charset="77"/>
              </a:rPr>
              <a:t> PROMISE</a:t>
            </a:r>
            <a:endParaRPr lang="en-MX" sz="1600" b="1">
              <a:solidFill>
                <a:schemeClr val="bg1"/>
              </a:solidFill>
              <a:latin typeface="Poppins" pitchFamily="2" charset="77"/>
              <a:cs typeface="Poppins" pitchFamily="2" charset="77"/>
            </a:endParaRPr>
          </a:p>
        </p:txBody>
      </p:sp>
      <p:sp>
        <p:nvSpPr>
          <p:cNvPr id="11" name="TextBox 10">
            <a:extLst>
              <a:ext uri="{FF2B5EF4-FFF2-40B4-BE49-F238E27FC236}">
                <a16:creationId xmlns:a16="http://schemas.microsoft.com/office/drawing/2014/main" id="{568206EE-0972-7F41-B919-94B8C03D3EE4}"/>
              </a:ext>
            </a:extLst>
          </p:cNvPr>
          <p:cNvSpPr txBox="1"/>
          <p:nvPr/>
        </p:nvSpPr>
        <p:spPr>
          <a:xfrm>
            <a:off x="4705139" y="5127094"/>
            <a:ext cx="1998298" cy="600164"/>
          </a:xfrm>
          <a:prstGeom prst="rect">
            <a:avLst/>
          </a:prstGeom>
          <a:noFill/>
        </p:spPr>
        <p:txBody>
          <a:bodyPr wrap="square" rtlCol="0">
            <a:spAutoFit/>
          </a:bodyPr>
          <a:lstStyle/>
          <a:p>
            <a:pPr algn="ctr"/>
            <a:r>
              <a:rPr lang="en-US" sz="1100">
                <a:solidFill>
                  <a:schemeClr val="bg1"/>
                </a:solidFill>
                <a:latin typeface="Poppins" pitchFamily="2" charset="77"/>
                <a:cs typeface="Poppins" pitchFamily="2" charset="77"/>
              </a:rPr>
              <a:t>CULTIVATE </a:t>
            </a:r>
          </a:p>
          <a:p>
            <a:pPr algn="ctr"/>
            <a:r>
              <a:rPr lang="en-US" sz="1100">
                <a:solidFill>
                  <a:schemeClr val="bg1"/>
                </a:solidFill>
                <a:latin typeface="Poppins" pitchFamily="2" charset="77"/>
                <a:cs typeface="Poppins" pitchFamily="2" charset="77"/>
              </a:rPr>
              <a:t>ENVIRONMENTS </a:t>
            </a:r>
          </a:p>
          <a:p>
            <a:pPr algn="ctr"/>
            <a:r>
              <a:rPr lang="en-US" sz="1100">
                <a:solidFill>
                  <a:schemeClr val="bg1"/>
                </a:solidFill>
                <a:latin typeface="Poppins" pitchFamily="2" charset="77"/>
                <a:cs typeface="Poppins" pitchFamily="2" charset="77"/>
              </a:rPr>
              <a:t>OF TRUST</a:t>
            </a:r>
            <a:endParaRPr lang="en-MX" sz="1100">
              <a:solidFill>
                <a:schemeClr val="bg1"/>
              </a:solidFill>
              <a:latin typeface="Poppins" pitchFamily="2" charset="77"/>
              <a:cs typeface="Poppins" pitchFamily="2" charset="77"/>
            </a:endParaRPr>
          </a:p>
        </p:txBody>
      </p:sp>
      <p:sp>
        <p:nvSpPr>
          <p:cNvPr id="12" name="TextBox 11">
            <a:extLst>
              <a:ext uri="{FF2B5EF4-FFF2-40B4-BE49-F238E27FC236}">
                <a16:creationId xmlns:a16="http://schemas.microsoft.com/office/drawing/2014/main" id="{2A882AE7-095D-C1A5-4B82-B8F0DAEF79E1}"/>
              </a:ext>
            </a:extLst>
          </p:cNvPr>
          <p:cNvSpPr txBox="1"/>
          <p:nvPr/>
        </p:nvSpPr>
        <p:spPr>
          <a:xfrm>
            <a:off x="6703437" y="3149853"/>
            <a:ext cx="1801615" cy="584775"/>
          </a:xfrm>
          <a:prstGeom prst="rect">
            <a:avLst/>
          </a:prstGeom>
          <a:noFill/>
        </p:spPr>
        <p:txBody>
          <a:bodyPr wrap="square" rtlCol="0">
            <a:spAutoFit/>
          </a:bodyPr>
          <a:lstStyle/>
          <a:p>
            <a:pPr algn="ctr"/>
            <a:r>
              <a:rPr lang="en-US" sz="1600" b="1">
                <a:solidFill>
                  <a:schemeClr val="bg1"/>
                </a:solidFill>
                <a:latin typeface="Poppins" pitchFamily="2" charset="77"/>
                <a:cs typeface="Poppins" pitchFamily="2" charset="77"/>
              </a:rPr>
              <a:t>OUR  </a:t>
            </a:r>
          </a:p>
          <a:p>
            <a:pPr algn="ctr"/>
            <a:r>
              <a:rPr lang="en-US" sz="1600" b="1">
                <a:solidFill>
                  <a:schemeClr val="bg1"/>
                </a:solidFill>
                <a:latin typeface="Poppins" pitchFamily="2" charset="77"/>
                <a:cs typeface="Poppins" pitchFamily="2" charset="77"/>
              </a:rPr>
              <a:t>COMMITMENT</a:t>
            </a:r>
            <a:endParaRPr lang="en-MX" sz="1600" b="1">
              <a:solidFill>
                <a:schemeClr val="bg1"/>
              </a:solidFill>
              <a:latin typeface="Poppins" pitchFamily="2" charset="77"/>
              <a:cs typeface="Poppins" pitchFamily="2" charset="77"/>
            </a:endParaRPr>
          </a:p>
        </p:txBody>
      </p:sp>
      <p:sp>
        <p:nvSpPr>
          <p:cNvPr id="13" name="TextBox 12">
            <a:extLst>
              <a:ext uri="{FF2B5EF4-FFF2-40B4-BE49-F238E27FC236}">
                <a16:creationId xmlns:a16="http://schemas.microsoft.com/office/drawing/2014/main" id="{FD8F6B2E-DE72-900B-A9DE-E5297B8457B4}"/>
              </a:ext>
            </a:extLst>
          </p:cNvPr>
          <p:cNvSpPr txBox="1"/>
          <p:nvPr/>
        </p:nvSpPr>
        <p:spPr>
          <a:xfrm>
            <a:off x="6605095" y="3771495"/>
            <a:ext cx="1998298" cy="430887"/>
          </a:xfrm>
          <a:prstGeom prst="rect">
            <a:avLst/>
          </a:prstGeom>
          <a:noFill/>
        </p:spPr>
        <p:txBody>
          <a:bodyPr wrap="square" rtlCol="0">
            <a:spAutoFit/>
          </a:bodyPr>
          <a:lstStyle/>
          <a:p>
            <a:pPr algn="ctr"/>
            <a:r>
              <a:rPr lang="en-US" sz="1100">
                <a:solidFill>
                  <a:schemeClr val="bg1"/>
                </a:solidFill>
                <a:latin typeface="Poppins" pitchFamily="2" charset="77"/>
                <a:cs typeface="Poppins" pitchFamily="2" charset="77"/>
              </a:rPr>
              <a:t>CREATE A GREAT </a:t>
            </a:r>
          </a:p>
          <a:p>
            <a:pPr algn="ctr"/>
            <a:r>
              <a:rPr lang="en-US" sz="1100">
                <a:solidFill>
                  <a:schemeClr val="bg1"/>
                </a:solidFill>
                <a:latin typeface="Poppins" pitchFamily="2" charset="77"/>
                <a:cs typeface="Poppins" pitchFamily="2" charset="77"/>
              </a:rPr>
              <a:t>PLACE TO WORK</a:t>
            </a:r>
            <a:endParaRPr lang="en-MX" sz="1100">
              <a:solidFill>
                <a:schemeClr val="bg1"/>
              </a:solidFill>
              <a:latin typeface="Poppins" pitchFamily="2" charset="77"/>
              <a:cs typeface="Poppins" pitchFamily="2" charset="77"/>
            </a:endParaRPr>
          </a:p>
        </p:txBody>
      </p:sp>
      <p:sp>
        <p:nvSpPr>
          <p:cNvPr id="14" name="TextBox 13">
            <a:extLst>
              <a:ext uri="{FF2B5EF4-FFF2-40B4-BE49-F238E27FC236}">
                <a16:creationId xmlns:a16="http://schemas.microsoft.com/office/drawing/2014/main" id="{90BF1BCC-0500-3661-90C7-14C001D26C28}"/>
              </a:ext>
            </a:extLst>
          </p:cNvPr>
          <p:cNvSpPr txBox="1"/>
          <p:nvPr/>
        </p:nvSpPr>
        <p:spPr>
          <a:xfrm>
            <a:off x="8701735" y="1317117"/>
            <a:ext cx="1801615" cy="584775"/>
          </a:xfrm>
          <a:prstGeom prst="rect">
            <a:avLst/>
          </a:prstGeom>
          <a:noFill/>
        </p:spPr>
        <p:txBody>
          <a:bodyPr wrap="square" rtlCol="0">
            <a:spAutoFit/>
          </a:bodyPr>
          <a:lstStyle/>
          <a:p>
            <a:pPr algn="ctr"/>
            <a:r>
              <a:rPr lang="en-US" sz="1600" b="1">
                <a:solidFill>
                  <a:schemeClr val="bg1"/>
                </a:solidFill>
                <a:latin typeface="Poppins" pitchFamily="2" charset="77"/>
                <a:cs typeface="Poppins" pitchFamily="2" charset="77"/>
              </a:rPr>
              <a:t>OUR  </a:t>
            </a:r>
          </a:p>
          <a:p>
            <a:pPr algn="ctr"/>
            <a:r>
              <a:rPr lang="en-US" sz="1600" b="1">
                <a:solidFill>
                  <a:schemeClr val="bg1"/>
                </a:solidFill>
                <a:latin typeface="Poppins" pitchFamily="2" charset="77"/>
                <a:cs typeface="Poppins" pitchFamily="2" charset="77"/>
              </a:rPr>
              <a:t>IDENTITY</a:t>
            </a:r>
            <a:endParaRPr lang="en-MX" sz="1600" b="1">
              <a:solidFill>
                <a:schemeClr val="bg1"/>
              </a:solidFill>
              <a:latin typeface="Poppins" pitchFamily="2" charset="77"/>
              <a:cs typeface="Poppins" pitchFamily="2" charset="77"/>
            </a:endParaRPr>
          </a:p>
        </p:txBody>
      </p:sp>
      <p:sp>
        <p:nvSpPr>
          <p:cNvPr id="15" name="TextBox 14">
            <a:extLst>
              <a:ext uri="{FF2B5EF4-FFF2-40B4-BE49-F238E27FC236}">
                <a16:creationId xmlns:a16="http://schemas.microsoft.com/office/drawing/2014/main" id="{1C01D5A9-30ED-9744-8792-00EDB5F1BC82}"/>
              </a:ext>
            </a:extLst>
          </p:cNvPr>
          <p:cNvSpPr txBox="1"/>
          <p:nvPr/>
        </p:nvSpPr>
        <p:spPr>
          <a:xfrm>
            <a:off x="8603393" y="1991853"/>
            <a:ext cx="1998298" cy="600164"/>
          </a:xfrm>
          <a:prstGeom prst="rect">
            <a:avLst/>
          </a:prstGeom>
          <a:noFill/>
        </p:spPr>
        <p:txBody>
          <a:bodyPr wrap="square" rtlCol="0">
            <a:spAutoFit/>
          </a:bodyPr>
          <a:lstStyle/>
          <a:p>
            <a:pPr algn="ctr"/>
            <a:r>
              <a:rPr lang="en-US" sz="1100">
                <a:solidFill>
                  <a:schemeClr val="bg1"/>
                </a:solidFill>
                <a:latin typeface="Poppins" pitchFamily="2" charset="77"/>
                <a:cs typeface="Poppins" pitchFamily="2" charset="77"/>
              </a:rPr>
              <a:t>EXCELLENCE, </a:t>
            </a:r>
          </a:p>
          <a:p>
            <a:pPr algn="ctr"/>
            <a:r>
              <a:rPr lang="en-US" sz="1100">
                <a:solidFill>
                  <a:schemeClr val="bg1"/>
                </a:solidFill>
                <a:latin typeface="Poppins" pitchFamily="2" charset="77"/>
                <a:cs typeface="Poppins" pitchFamily="2" charset="77"/>
              </a:rPr>
              <a:t>INVOLVEMENT,</a:t>
            </a:r>
          </a:p>
          <a:p>
            <a:pPr algn="ctr"/>
            <a:r>
              <a:rPr lang="en-US" sz="1100">
                <a:solidFill>
                  <a:schemeClr val="bg1"/>
                </a:solidFill>
                <a:latin typeface="Poppins" pitchFamily="2" charset="77"/>
                <a:cs typeface="Poppins" pitchFamily="2" charset="77"/>
              </a:rPr>
              <a:t>DEDICATION</a:t>
            </a:r>
            <a:endParaRPr lang="en-MX" sz="1100">
              <a:solidFill>
                <a:schemeClr val="bg1"/>
              </a:solidFill>
              <a:latin typeface="Poppins" pitchFamily="2" charset="77"/>
              <a:cs typeface="Poppins" pitchFamily="2" charset="77"/>
            </a:endParaRPr>
          </a:p>
        </p:txBody>
      </p:sp>
    </p:spTree>
    <p:extLst>
      <p:ext uri="{BB962C8B-B14F-4D97-AF65-F5344CB8AC3E}">
        <p14:creationId xmlns:p14="http://schemas.microsoft.com/office/powerpoint/2010/main" val="3239960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69A89-35C4-482D-CF31-C38BB5879E5C}"/>
              </a:ext>
            </a:extLst>
          </p:cNvPr>
          <p:cNvSpPr>
            <a:spLocks noGrp="1"/>
          </p:cNvSpPr>
          <p:nvPr>
            <p:ph type="title"/>
          </p:nvPr>
        </p:nvSpPr>
        <p:spPr/>
        <p:txBody>
          <a:bodyPr/>
          <a:lstStyle/>
          <a:p>
            <a:r>
              <a:rPr lang="en-MX"/>
              <a:t>Improving Expertise</a:t>
            </a:r>
          </a:p>
        </p:txBody>
      </p:sp>
      <p:sp>
        <p:nvSpPr>
          <p:cNvPr id="4" name="Text Placeholder 3">
            <a:extLst>
              <a:ext uri="{FF2B5EF4-FFF2-40B4-BE49-F238E27FC236}">
                <a16:creationId xmlns:a16="http://schemas.microsoft.com/office/drawing/2014/main" id="{490B2C8E-75AF-D361-AF4E-7CA290704F9E}"/>
              </a:ext>
            </a:extLst>
          </p:cNvPr>
          <p:cNvSpPr>
            <a:spLocks noGrp="1"/>
          </p:cNvSpPr>
          <p:nvPr>
            <p:ph type="body" sz="quarter" idx="11"/>
          </p:nvPr>
        </p:nvSpPr>
        <p:spPr/>
        <p:txBody>
          <a:bodyPr/>
          <a:lstStyle/>
          <a:p>
            <a:endParaRPr lang="en-MX"/>
          </a:p>
        </p:txBody>
      </p:sp>
      <p:sp>
        <p:nvSpPr>
          <p:cNvPr id="5" name="Triangle 4">
            <a:extLst>
              <a:ext uri="{FF2B5EF4-FFF2-40B4-BE49-F238E27FC236}">
                <a16:creationId xmlns:a16="http://schemas.microsoft.com/office/drawing/2014/main" id="{579747DF-F5B4-DD8A-F770-8D3C965CE37F}"/>
              </a:ext>
            </a:extLst>
          </p:cNvPr>
          <p:cNvSpPr/>
          <p:nvPr/>
        </p:nvSpPr>
        <p:spPr>
          <a:xfrm rot="5400000">
            <a:off x="1330221" y="2284375"/>
            <a:ext cx="228600" cy="238760"/>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riangle 5">
            <a:extLst>
              <a:ext uri="{FF2B5EF4-FFF2-40B4-BE49-F238E27FC236}">
                <a16:creationId xmlns:a16="http://schemas.microsoft.com/office/drawing/2014/main" id="{F2C54CEE-FB2D-8D15-F4BE-074BF3CE1D29}"/>
              </a:ext>
            </a:extLst>
          </p:cNvPr>
          <p:cNvSpPr/>
          <p:nvPr/>
        </p:nvSpPr>
        <p:spPr>
          <a:xfrm rot="5400000">
            <a:off x="1330223" y="2644149"/>
            <a:ext cx="228600" cy="238760"/>
          </a:xfrm>
          <a:prstGeom prst="triangle">
            <a:avLst/>
          </a:prstGeom>
          <a:solidFill>
            <a:srgbClr val="5996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2FD28FD9-C489-BC2A-91C1-98D21173C975}"/>
              </a:ext>
            </a:extLst>
          </p:cNvPr>
          <p:cNvSpPr/>
          <p:nvPr/>
        </p:nvSpPr>
        <p:spPr>
          <a:xfrm rot="5400000">
            <a:off x="1330222" y="2997344"/>
            <a:ext cx="228600" cy="238760"/>
          </a:xfrm>
          <a:prstGeom prst="triangle">
            <a:avLst/>
          </a:prstGeom>
          <a:solidFill>
            <a:srgbClr val="6FB5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riangle 7">
            <a:extLst>
              <a:ext uri="{FF2B5EF4-FFF2-40B4-BE49-F238E27FC236}">
                <a16:creationId xmlns:a16="http://schemas.microsoft.com/office/drawing/2014/main" id="{C0605C95-F225-7AD0-B976-ABCE320A0F35}"/>
              </a:ext>
            </a:extLst>
          </p:cNvPr>
          <p:cNvSpPr/>
          <p:nvPr/>
        </p:nvSpPr>
        <p:spPr>
          <a:xfrm rot="5400000">
            <a:off x="1330222" y="3373476"/>
            <a:ext cx="228600" cy="238760"/>
          </a:xfrm>
          <a:prstGeom prst="triangle">
            <a:avLst/>
          </a:prstGeom>
          <a:solidFill>
            <a:srgbClr val="EBBB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9" name="Triangle 8">
            <a:extLst>
              <a:ext uri="{FF2B5EF4-FFF2-40B4-BE49-F238E27FC236}">
                <a16:creationId xmlns:a16="http://schemas.microsoft.com/office/drawing/2014/main" id="{B293F596-CE99-E2C1-2763-7701E7D554C6}"/>
              </a:ext>
            </a:extLst>
          </p:cNvPr>
          <p:cNvSpPr/>
          <p:nvPr/>
        </p:nvSpPr>
        <p:spPr>
          <a:xfrm rot="5400000">
            <a:off x="1330222" y="3749608"/>
            <a:ext cx="228600" cy="238760"/>
          </a:xfrm>
          <a:prstGeom prst="triangle">
            <a:avLst/>
          </a:prstGeom>
          <a:solidFill>
            <a:srgbClr val="5A97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0" name="Triangle 9">
            <a:extLst>
              <a:ext uri="{FF2B5EF4-FFF2-40B4-BE49-F238E27FC236}">
                <a16:creationId xmlns:a16="http://schemas.microsoft.com/office/drawing/2014/main" id="{8D7B5AFE-9D58-D5C4-8B4C-EA6297A0C5F4}"/>
              </a:ext>
            </a:extLst>
          </p:cNvPr>
          <p:cNvSpPr/>
          <p:nvPr/>
        </p:nvSpPr>
        <p:spPr>
          <a:xfrm rot="5400000">
            <a:off x="1330222" y="4128659"/>
            <a:ext cx="228600" cy="238760"/>
          </a:xfrm>
          <a:prstGeom prst="triangle">
            <a:avLst/>
          </a:prstGeom>
          <a:solidFill>
            <a:srgbClr val="E283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1" name="Triangle 10">
            <a:extLst>
              <a:ext uri="{FF2B5EF4-FFF2-40B4-BE49-F238E27FC236}">
                <a16:creationId xmlns:a16="http://schemas.microsoft.com/office/drawing/2014/main" id="{15A62CD1-3F8E-C0E9-161F-14A43C718640}"/>
              </a:ext>
            </a:extLst>
          </p:cNvPr>
          <p:cNvSpPr/>
          <p:nvPr/>
        </p:nvSpPr>
        <p:spPr>
          <a:xfrm rot="5400000">
            <a:off x="1330221" y="4519778"/>
            <a:ext cx="228600" cy="238760"/>
          </a:xfrm>
          <a:prstGeom prst="triangle">
            <a:avLst/>
          </a:prstGeom>
          <a:solidFill>
            <a:srgbClr val="8D33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2" name="Triangle 11">
            <a:extLst>
              <a:ext uri="{FF2B5EF4-FFF2-40B4-BE49-F238E27FC236}">
                <a16:creationId xmlns:a16="http://schemas.microsoft.com/office/drawing/2014/main" id="{DAD8CA0A-0C60-939A-83AE-E68E12FA6650}"/>
              </a:ext>
            </a:extLst>
          </p:cNvPr>
          <p:cNvSpPr/>
          <p:nvPr/>
        </p:nvSpPr>
        <p:spPr>
          <a:xfrm rot="5400000">
            <a:off x="1330221" y="4901893"/>
            <a:ext cx="228600" cy="238760"/>
          </a:xfrm>
          <a:prstGeom prst="triangle">
            <a:avLst/>
          </a:prstGeom>
          <a:solidFill>
            <a:srgbClr val="1E56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3" name="Content Placeholder 2">
            <a:extLst>
              <a:ext uri="{FF2B5EF4-FFF2-40B4-BE49-F238E27FC236}">
                <a16:creationId xmlns:a16="http://schemas.microsoft.com/office/drawing/2014/main" id="{66C8CFED-3343-A1E8-7CAE-08451ED11421}"/>
              </a:ext>
            </a:extLst>
          </p:cNvPr>
          <p:cNvSpPr txBox="1"/>
          <p:nvPr/>
        </p:nvSpPr>
        <p:spPr>
          <a:xfrm>
            <a:off x="1707094" y="2640276"/>
            <a:ext cx="3097847" cy="24650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400" kern="1200">
                <a:solidFill>
                  <a:schemeClr val="tx1">
                    <a:lumMod val="95000"/>
                    <a:lumOff val="5000"/>
                  </a:schemeClr>
                </a:solidFill>
                <a:latin typeface="Khula" panose="02000000000000000000" pitchFamily="2" charset="0"/>
                <a:ea typeface="+mn-ea"/>
                <a:cs typeface="Khula" panose="02000000000000000000" pitchFamily="2" charset="0"/>
              </a:defRPr>
            </a:lvl1pPr>
            <a:lvl2pPr marL="457200" indent="0" algn="l" defTabSz="914400" rtl="0" eaLnBrk="1" latinLnBrk="0" hangingPunct="1">
              <a:lnSpc>
                <a:spcPct val="90000"/>
              </a:lnSpc>
              <a:spcBef>
                <a:spcPts val="500"/>
              </a:spcBef>
              <a:buFontTx/>
              <a:buNone/>
              <a:defRPr sz="1400" kern="1200">
                <a:solidFill>
                  <a:schemeClr val="tx1">
                    <a:lumMod val="95000"/>
                    <a:lumOff val="5000"/>
                  </a:schemeClr>
                </a:solidFill>
                <a:latin typeface="Khula" panose="02000000000000000000" pitchFamily="2" charset="0"/>
                <a:ea typeface="+mn-ea"/>
                <a:cs typeface="Khula" panose="02000000000000000000" pitchFamily="2" charset="0"/>
              </a:defRPr>
            </a:lvl2pPr>
            <a:lvl3pPr marL="914400" indent="0" algn="l" defTabSz="914400" rtl="0" eaLnBrk="1" latinLnBrk="0" hangingPunct="1">
              <a:lnSpc>
                <a:spcPct val="90000"/>
              </a:lnSpc>
              <a:spcBef>
                <a:spcPts val="500"/>
              </a:spcBef>
              <a:buFontTx/>
              <a:buNone/>
              <a:defRPr sz="1200" kern="1200">
                <a:solidFill>
                  <a:schemeClr val="tx1">
                    <a:lumMod val="95000"/>
                    <a:lumOff val="5000"/>
                  </a:schemeClr>
                </a:solidFill>
                <a:latin typeface="Khula" panose="02000000000000000000" pitchFamily="2" charset="0"/>
                <a:ea typeface="+mn-ea"/>
                <a:cs typeface="Khula" panose="02000000000000000000" pitchFamily="2" charset="0"/>
              </a:defRPr>
            </a:lvl3pPr>
            <a:lvl4pPr marL="1371600" indent="0" algn="l" defTabSz="914400" rtl="0" eaLnBrk="1" latinLnBrk="0" hangingPunct="1">
              <a:lnSpc>
                <a:spcPct val="90000"/>
              </a:lnSpc>
              <a:spcBef>
                <a:spcPts val="500"/>
              </a:spcBef>
              <a:buFontTx/>
              <a:buNone/>
              <a:defRPr sz="1100" kern="1200">
                <a:solidFill>
                  <a:schemeClr val="tx1">
                    <a:lumMod val="95000"/>
                    <a:lumOff val="5000"/>
                  </a:schemeClr>
                </a:solidFill>
                <a:latin typeface="Khula" panose="02000000000000000000" pitchFamily="2" charset="0"/>
                <a:ea typeface="+mn-ea"/>
                <a:cs typeface="Khula" panose="02000000000000000000" pitchFamily="2" charset="0"/>
              </a:defRPr>
            </a:lvl4pPr>
            <a:lvl5pPr marL="1828800" indent="0" algn="l" defTabSz="914400" rtl="0" eaLnBrk="1" latinLnBrk="0" hangingPunct="1">
              <a:lnSpc>
                <a:spcPct val="90000"/>
              </a:lnSpc>
              <a:spcBef>
                <a:spcPts val="500"/>
              </a:spcBef>
              <a:buFontTx/>
              <a:buNone/>
              <a:defRPr sz="1050" kern="1200">
                <a:solidFill>
                  <a:schemeClr val="tx1">
                    <a:lumMod val="95000"/>
                    <a:lumOff val="5000"/>
                  </a:schemeClr>
                </a:solidFill>
                <a:latin typeface="Khula" panose="02000000000000000000" pitchFamily="2" charset="0"/>
                <a:ea typeface="+mn-ea"/>
                <a:cs typeface="Khula"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pPr>
            <a:r>
              <a:rPr lang="en-US"/>
              <a:t>Modern Data</a:t>
            </a:r>
            <a:endParaRPr lang="en-MX"/>
          </a:p>
        </p:txBody>
      </p:sp>
      <p:sp>
        <p:nvSpPr>
          <p:cNvPr id="14" name="Content Placeholder 2">
            <a:extLst>
              <a:ext uri="{FF2B5EF4-FFF2-40B4-BE49-F238E27FC236}">
                <a16:creationId xmlns:a16="http://schemas.microsoft.com/office/drawing/2014/main" id="{B4328C45-21F7-B0B6-5E4E-5719C92F366C}"/>
              </a:ext>
            </a:extLst>
          </p:cNvPr>
          <p:cNvSpPr txBox="1"/>
          <p:nvPr/>
        </p:nvSpPr>
        <p:spPr>
          <a:xfrm>
            <a:off x="1707094" y="2993471"/>
            <a:ext cx="3097847" cy="24650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400" kern="1200">
                <a:solidFill>
                  <a:schemeClr val="tx1">
                    <a:lumMod val="95000"/>
                    <a:lumOff val="5000"/>
                  </a:schemeClr>
                </a:solidFill>
                <a:latin typeface="Khula" panose="02000000000000000000" pitchFamily="2" charset="0"/>
                <a:ea typeface="+mn-ea"/>
                <a:cs typeface="Khula" panose="02000000000000000000" pitchFamily="2" charset="0"/>
              </a:defRPr>
            </a:lvl1pPr>
            <a:lvl2pPr marL="457200" indent="0" algn="l" defTabSz="914400" rtl="0" eaLnBrk="1" latinLnBrk="0" hangingPunct="1">
              <a:lnSpc>
                <a:spcPct val="90000"/>
              </a:lnSpc>
              <a:spcBef>
                <a:spcPts val="500"/>
              </a:spcBef>
              <a:buFontTx/>
              <a:buNone/>
              <a:defRPr sz="1400" kern="1200">
                <a:solidFill>
                  <a:schemeClr val="tx1">
                    <a:lumMod val="95000"/>
                    <a:lumOff val="5000"/>
                  </a:schemeClr>
                </a:solidFill>
                <a:latin typeface="Khula" panose="02000000000000000000" pitchFamily="2" charset="0"/>
                <a:ea typeface="+mn-ea"/>
                <a:cs typeface="Khula" panose="02000000000000000000" pitchFamily="2" charset="0"/>
              </a:defRPr>
            </a:lvl2pPr>
            <a:lvl3pPr marL="914400" indent="0" algn="l" defTabSz="914400" rtl="0" eaLnBrk="1" latinLnBrk="0" hangingPunct="1">
              <a:lnSpc>
                <a:spcPct val="90000"/>
              </a:lnSpc>
              <a:spcBef>
                <a:spcPts val="500"/>
              </a:spcBef>
              <a:buFontTx/>
              <a:buNone/>
              <a:defRPr sz="1200" kern="1200">
                <a:solidFill>
                  <a:schemeClr val="tx1">
                    <a:lumMod val="95000"/>
                    <a:lumOff val="5000"/>
                  </a:schemeClr>
                </a:solidFill>
                <a:latin typeface="Khula" panose="02000000000000000000" pitchFamily="2" charset="0"/>
                <a:ea typeface="+mn-ea"/>
                <a:cs typeface="Khula" panose="02000000000000000000" pitchFamily="2" charset="0"/>
              </a:defRPr>
            </a:lvl3pPr>
            <a:lvl4pPr marL="1371600" indent="0" algn="l" defTabSz="914400" rtl="0" eaLnBrk="1" latinLnBrk="0" hangingPunct="1">
              <a:lnSpc>
                <a:spcPct val="90000"/>
              </a:lnSpc>
              <a:spcBef>
                <a:spcPts val="500"/>
              </a:spcBef>
              <a:buFontTx/>
              <a:buNone/>
              <a:defRPr sz="1100" kern="1200">
                <a:solidFill>
                  <a:schemeClr val="tx1">
                    <a:lumMod val="95000"/>
                    <a:lumOff val="5000"/>
                  </a:schemeClr>
                </a:solidFill>
                <a:latin typeface="Khula" panose="02000000000000000000" pitchFamily="2" charset="0"/>
                <a:ea typeface="+mn-ea"/>
                <a:cs typeface="Khula" panose="02000000000000000000" pitchFamily="2" charset="0"/>
              </a:defRPr>
            </a:lvl4pPr>
            <a:lvl5pPr marL="1828800" indent="0" algn="l" defTabSz="914400" rtl="0" eaLnBrk="1" latinLnBrk="0" hangingPunct="1">
              <a:lnSpc>
                <a:spcPct val="90000"/>
              </a:lnSpc>
              <a:spcBef>
                <a:spcPts val="500"/>
              </a:spcBef>
              <a:buFontTx/>
              <a:buNone/>
              <a:defRPr sz="1050" kern="1200">
                <a:solidFill>
                  <a:schemeClr val="tx1">
                    <a:lumMod val="95000"/>
                    <a:lumOff val="5000"/>
                  </a:schemeClr>
                </a:solidFill>
                <a:latin typeface="Khula" panose="02000000000000000000" pitchFamily="2" charset="0"/>
                <a:ea typeface="+mn-ea"/>
                <a:cs typeface="Khula"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pPr>
            <a:r>
              <a:rPr lang="en-US"/>
              <a:t>Application Modernization</a:t>
            </a:r>
            <a:endParaRPr lang="en-MX"/>
          </a:p>
        </p:txBody>
      </p:sp>
      <p:sp>
        <p:nvSpPr>
          <p:cNvPr id="15" name="Content Placeholder 2">
            <a:extLst>
              <a:ext uri="{FF2B5EF4-FFF2-40B4-BE49-F238E27FC236}">
                <a16:creationId xmlns:a16="http://schemas.microsoft.com/office/drawing/2014/main" id="{75ACFE8A-CA22-A866-226C-D34B7696B660}"/>
              </a:ext>
            </a:extLst>
          </p:cNvPr>
          <p:cNvSpPr txBox="1"/>
          <p:nvPr/>
        </p:nvSpPr>
        <p:spPr>
          <a:xfrm>
            <a:off x="1707093" y="3369603"/>
            <a:ext cx="3097847" cy="24650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400" kern="1200">
                <a:solidFill>
                  <a:schemeClr val="tx1">
                    <a:lumMod val="95000"/>
                    <a:lumOff val="5000"/>
                  </a:schemeClr>
                </a:solidFill>
                <a:latin typeface="Khula" panose="02000000000000000000" pitchFamily="2" charset="0"/>
                <a:ea typeface="+mn-ea"/>
                <a:cs typeface="Khula" panose="02000000000000000000" pitchFamily="2" charset="0"/>
              </a:defRPr>
            </a:lvl1pPr>
            <a:lvl2pPr marL="457200" indent="0" algn="l" defTabSz="914400" rtl="0" eaLnBrk="1" latinLnBrk="0" hangingPunct="1">
              <a:lnSpc>
                <a:spcPct val="90000"/>
              </a:lnSpc>
              <a:spcBef>
                <a:spcPts val="500"/>
              </a:spcBef>
              <a:buFontTx/>
              <a:buNone/>
              <a:defRPr sz="1400" kern="1200">
                <a:solidFill>
                  <a:schemeClr val="tx1">
                    <a:lumMod val="95000"/>
                    <a:lumOff val="5000"/>
                  </a:schemeClr>
                </a:solidFill>
                <a:latin typeface="Khula" panose="02000000000000000000" pitchFamily="2" charset="0"/>
                <a:ea typeface="+mn-ea"/>
                <a:cs typeface="Khula" panose="02000000000000000000" pitchFamily="2" charset="0"/>
              </a:defRPr>
            </a:lvl2pPr>
            <a:lvl3pPr marL="914400" indent="0" algn="l" defTabSz="914400" rtl="0" eaLnBrk="1" latinLnBrk="0" hangingPunct="1">
              <a:lnSpc>
                <a:spcPct val="90000"/>
              </a:lnSpc>
              <a:spcBef>
                <a:spcPts val="500"/>
              </a:spcBef>
              <a:buFontTx/>
              <a:buNone/>
              <a:defRPr sz="1200" kern="1200">
                <a:solidFill>
                  <a:schemeClr val="tx1">
                    <a:lumMod val="95000"/>
                    <a:lumOff val="5000"/>
                  </a:schemeClr>
                </a:solidFill>
                <a:latin typeface="Khula" panose="02000000000000000000" pitchFamily="2" charset="0"/>
                <a:ea typeface="+mn-ea"/>
                <a:cs typeface="Khula" panose="02000000000000000000" pitchFamily="2" charset="0"/>
              </a:defRPr>
            </a:lvl3pPr>
            <a:lvl4pPr marL="1371600" indent="0" algn="l" defTabSz="914400" rtl="0" eaLnBrk="1" latinLnBrk="0" hangingPunct="1">
              <a:lnSpc>
                <a:spcPct val="90000"/>
              </a:lnSpc>
              <a:spcBef>
                <a:spcPts val="500"/>
              </a:spcBef>
              <a:buFontTx/>
              <a:buNone/>
              <a:defRPr sz="1100" kern="1200">
                <a:solidFill>
                  <a:schemeClr val="tx1">
                    <a:lumMod val="95000"/>
                    <a:lumOff val="5000"/>
                  </a:schemeClr>
                </a:solidFill>
                <a:latin typeface="Khula" panose="02000000000000000000" pitchFamily="2" charset="0"/>
                <a:ea typeface="+mn-ea"/>
                <a:cs typeface="Khula" panose="02000000000000000000" pitchFamily="2" charset="0"/>
              </a:defRPr>
            </a:lvl4pPr>
            <a:lvl5pPr marL="1828800" indent="0" algn="l" defTabSz="914400" rtl="0" eaLnBrk="1" latinLnBrk="0" hangingPunct="1">
              <a:lnSpc>
                <a:spcPct val="90000"/>
              </a:lnSpc>
              <a:spcBef>
                <a:spcPts val="500"/>
              </a:spcBef>
              <a:buFontTx/>
              <a:buNone/>
              <a:defRPr sz="1050" kern="1200">
                <a:solidFill>
                  <a:schemeClr val="tx1">
                    <a:lumMod val="95000"/>
                    <a:lumOff val="5000"/>
                  </a:schemeClr>
                </a:solidFill>
                <a:latin typeface="Khula" panose="02000000000000000000" pitchFamily="2" charset="0"/>
                <a:ea typeface="+mn-ea"/>
                <a:cs typeface="Khula"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pPr>
            <a:r>
              <a:rPr lang="en-US"/>
              <a:t>Business Agility</a:t>
            </a:r>
            <a:endParaRPr lang="en-MX"/>
          </a:p>
        </p:txBody>
      </p:sp>
      <p:sp>
        <p:nvSpPr>
          <p:cNvPr id="16" name="Content Placeholder 2">
            <a:extLst>
              <a:ext uri="{FF2B5EF4-FFF2-40B4-BE49-F238E27FC236}">
                <a16:creationId xmlns:a16="http://schemas.microsoft.com/office/drawing/2014/main" id="{63019272-C78B-E3FF-CBD6-95FF9E30DF1A}"/>
              </a:ext>
            </a:extLst>
          </p:cNvPr>
          <p:cNvSpPr txBox="1"/>
          <p:nvPr/>
        </p:nvSpPr>
        <p:spPr>
          <a:xfrm>
            <a:off x="1707092" y="3745735"/>
            <a:ext cx="3097847" cy="24650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400" kern="1200">
                <a:solidFill>
                  <a:schemeClr val="tx1">
                    <a:lumMod val="95000"/>
                    <a:lumOff val="5000"/>
                  </a:schemeClr>
                </a:solidFill>
                <a:latin typeface="Khula" panose="02000000000000000000" pitchFamily="2" charset="0"/>
                <a:ea typeface="+mn-ea"/>
                <a:cs typeface="Khula" panose="02000000000000000000" pitchFamily="2" charset="0"/>
              </a:defRPr>
            </a:lvl1pPr>
            <a:lvl2pPr marL="457200" indent="0" algn="l" defTabSz="914400" rtl="0" eaLnBrk="1" latinLnBrk="0" hangingPunct="1">
              <a:lnSpc>
                <a:spcPct val="90000"/>
              </a:lnSpc>
              <a:spcBef>
                <a:spcPts val="500"/>
              </a:spcBef>
              <a:buFontTx/>
              <a:buNone/>
              <a:defRPr sz="1400" kern="1200">
                <a:solidFill>
                  <a:schemeClr val="tx1">
                    <a:lumMod val="95000"/>
                    <a:lumOff val="5000"/>
                  </a:schemeClr>
                </a:solidFill>
                <a:latin typeface="Khula" panose="02000000000000000000" pitchFamily="2" charset="0"/>
                <a:ea typeface="+mn-ea"/>
                <a:cs typeface="Khula" panose="02000000000000000000" pitchFamily="2" charset="0"/>
              </a:defRPr>
            </a:lvl2pPr>
            <a:lvl3pPr marL="914400" indent="0" algn="l" defTabSz="914400" rtl="0" eaLnBrk="1" latinLnBrk="0" hangingPunct="1">
              <a:lnSpc>
                <a:spcPct val="90000"/>
              </a:lnSpc>
              <a:spcBef>
                <a:spcPts val="500"/>
              </a:spcBef>
              <a:buFontTx/>
              <a:buNone/>
              <a:defRPr sz="1200" kern="1200">
                <a:solidFill>
                  <a:schemeClr val="tx1">
                    <a:lumMod val="95000"/>
                    <a:lumOff val="5000"/>
                  </a:schemeClr>
                </a:solidFill>
                <a:latin typeface="Khula" panose="02000000000000000000" pitchFamily="2" charset="0"/>
                <a:ea typeface="+mn-ea"/>
                <a:cs typeface="Khula" panose="02000000000000000000" pitchFamily="2" charset="0"/>
              </a:defRPr>
            </a:lvl3pPr>
            <a:lvl4pPr marL="1371600" indent="0" algn="l" defTabSz="914400" rtl="0" eaLnBrk="1" latinLnBrk="0" hangingPunct="1">
              <a:lnSpc>
                <a:spcPct val="90000"/>
              </a:lnSpc>
              <a:spcBef>
                <a:spcPts val="500"/>
              </a:spcBef>
              <a:buFontTx/>
              <a:buNone/>
              <a:defRPr sz="1100" kern="1200">
                <a:solidFill>
                  <a:schemeClr val="tx1">
                    <a:lumMod val="95000"/>
                    <a:lumOff val="5000"/>
                  </a:schemeClr>
                </a:solidFill>
                <a:latin typeface="Khula" panose="02000000000000000000" pitchFamily="2" charset="0"/>
                <a:ea typeface="+mn-ea"/>
                <a:cs typeface="Khula" panose="02000000000000000000" pitchFamily="2" charset="0"/>
              </a:defRPr>
            </a:lvl4pPr>
            <a:lvl5pPr marL="1828800" indent="0" algn="l" defTabSz="914400" rtl="0" eaLnBrk="1" latinLnBrk="0" hangingPunct="1">
              <a:lnSpc>
                <a:spcPct val="90000"/>
              </a:lnSpc>
              <a:spcBef>
                <a:spcPts val="500"/>
              </a:spcBef>
              <a:buFontTx/>
              <a:buNone/>
              <a:defRPr sz="1050" kern="1200">
                <a:solidFill>
                  <a:schemeClr val="tx1">
                    <a:lumMod val="95000"/>
                    <a:lumOff val="5000"/>
                  </a:schemeClr>
                </a:solidFill>
                <a:latin typeface="Khula" panose="02000000000000000000" pitchFamily="2" charset="0"/>
                <a:ea typeface="+mn-ea"/>
                <a:cs typeface="Khula"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pPr>
            <a:r>
              <a:rPr lang="en-US"/>
              <a:t>Modern Collaboration</a:t>
            </a:r>
            <a:endParaRPr lang="en-MX"/>
          </a:p>
        </p:txBody>
      </p:sp>
      <p:sp>
        <p:nvSpPr>
          <p:cNvPr id="17" name="Content Placeholder 2">
            <a:extLst>
              <a:ext uri="{FF2B5EF4-FFF2-40B4-BE49-F238E27FC236}">
                <a16:creationId xmlns:a16="http://schemas.microsoft.com/office/drawing/2014/main" id="{1BE94874-FC61-1FC8-D1E0-161C755CFC66}"/>
              </a:ext>
            </a:extLst>
          </p:cNvPr>
          <p:cNvSpPr txBox="1"/>
          <p:nvPr/>
        </p:nvSpPr>
        <p:spPr>
          <a:xfrm>
            <a:off x="1707091" y="4130820"/>
            <a:ext cx="3097847" cy="24650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400" kern="1200">
                <a:solidFill>
                  <a:schemeClr val="tx1">
                    <a:lumMod val="95000"/>
                    <a:lumOff val="5000"/>
                  </a:schemeClr>
                </a:solidFill>
                <a:latin typeface="Khula" panose="02000000000000000000" pitchFamily="2" charset="0"/>
                <a:ea typeface="+mn-ea"/>
                <a:cs typeface="Khula" panose="02000000000000000000" pitchFamily="2" charset="0"/>
              </a:defRPr>
            </a:lvl1pPr>
            <a:lvl2pPr marL="457200" indent="0" algn="l" defTabSz="914400" rtl="0" eaLnBrk="1" latinLnBrk="0" hangingPunct="1">
              <a:lnSpc>
                <a:spcPct val="90000"/>
              </a:lnSpc>
              <a:spcBef>
                <a:spcPts val="500"/>
              </a:spcBef>
              <a:buFontTx/>
              <a:buNone/>
              <a:defRPr sz="1400" kern="1200">
                <a:solidFill>
                  <a:schemeClr val="tx1">
                    <a:lumMod val="95000"/>
                    <a:lumOff val="5000"/>
                  </a:schemeClr>
                </a:solidFill>
                <a:latin typeface="Khula" panose="02000000000000000000" pitchFamily="2" charset="0"/>
                <a:ea typeface="+mn-ea"/>
                <a:cs typeface="Khula" panose="02000000000000000000" pitchFamily="2" charset="0"/>
              </a:defRPr>
            </a:lvl2pPr>
            <a:lvl3pPr marL="914400" indent="0" algn="l" defTabSz="914400" rtl="0" eaLnBrk="1" latinLnBrk="0" hangingPunct="1">
              <a:lnSpc>
                <a:spcPct val="90000"/>
              </a:lnSpc>
              <a:spcBef>
                <a:spcPts val="500"/>
              </a:spcBef>
              <a:buFontTx/>
              <a:buNone/>
              <a:defRPr sz="1200" kern="1200">
                <a:solidFill>
                  <a:schemeClr val="tx1">
                    <a:lumMod val="95000"/>
                    <a:lumOff val="5000"/>
                  </a:schemeClr>
                </a:solidFill>
                <a:latin typeface="Khula" panose="02000000000000000000" pitchFamily="2" charset="0"/>
                <a:ea typeface="+mn-ea"/>
                <a:cs typeface="Khula" panose="02000000000000000000" pitchFamily="2" charset="0"/>
              </a:defRPr>
            </a:lvl3pPr>
            <a:lvl4pPr marL="1371600" indent="0" algn="l" defTabSz="914400" rtl="0" eaLnBrk="1" latinLnBrk="0" hangingPunct="1">
              <a:lnSpc>
                <a:spcPct val="90000"/>
              </a:lnSpc>
              <a:spcBef>
                <a:spcPts val="500"/>
              </a:spcBef>
              <a:buFontTx/>
              <a:buNone/>
              <a:defRPr sz="1100" kern="1200">
                <a:solidFill>
                  <a:schemeClr val="tx1">
                    <a:lumMod val="95000"/>
                    <a:lumOff val="5000"/>
                  </a:schemeClr>
                </a:solidFill>
                <a:latin typeface="Khula" panose="02000000000000000000" pitchFamily="2" charset="0"/>
                <a:ea typeface="+mn-ea"/>
                <a:cs typeface="Khula" panose="02000000000000000000" pitchFamily="2" charset="0"/>
              </a:defRPr>
            </a:lvl4pPr>
            <a:lvl5pPr marL="1828800" indent="0" algn="l" defTabSz="914400" rtl="0" eaLnBrk="1" latinLnBrk="0" hangingPunct="1">
              <a:lnSpc>
                <a:spcPct val="90000"/>
              </a:lnSpc>
              <a:spcBef>
                <a:spcPts val="500"/>
              </a:spcBef>
              <a:buFontTx/>
              <a:buNone/>
              <a:defRPr sz="1050" kern="1200">
                <a:solidFill>
                  <a:schemeClr val="tx1">
                    <a:lumMod val="95000"/>
                    <a:lumOff val="5000"/>
                  </a:schemeClr>
                </a:solidFill>
                <a:latin typeface="Khula" panose="02000000000000000000" pitchFamily="2" charset="0"/>
                <a:ea typeface="+mn-ea"/>
                <a:cs typeface="Khula"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pPr>
            <a:r>
              <a:rPr lang="en-US"/>
              <a:t>Business Process Transformation</a:t>
            </a:r>
            <a:endParaRPr lang="en-MX"/>
          </a:p>
        </p:txBody>
      </p:sp>
      <p:sp>
        <p:nvSpPr>
          <p:cNvPr id="18" name="Content Placeholder 2">
            <a:extLst>
              <a:ext uri="{FF2B5EF4-FFF2-40B4-BE49-F238E27FC236}">
                <a16:creationId xmlns:a16="http://schemas.microsoft.com/office/drawing/2014/main" id="{2B15F145-D737-2E75-F398-8895E327EF30}"/>
              </a:ext>
            </a:extLst>
          </p:cNvPr>
          <p:cNvSpPr txBox="1"/>
          <p:nvPr/>
        </p:nvSpPr>
        <p:spPr>
          <a:xfrm>
            <a:off x="1707090" y="4515905"/>
            <a:ext cx="3097847" cy="24650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400" kern="1200">
                <a:solidFill>
                  <a:schemeClr val="tx1">
                    <a:lumMod val="95000"/>
                    <a:lumOff val="5000"/>
                  </a:schemeClr>
                </a:solidFill>
                <a:latin typeface="Khula" panose="02000000000000000000" pitchFamily="2" charset="0"/>
                <a:ea typeface="+mn-ea"/>
                <a:cs typeface="Khula" panose="02000000000000000000" pitchFamily="2" charset="0"/>
              </a:defRPr>
            </a:lvl1pPr>
            <a:lvl2pPr marL="457200" indent="0" algn="l" defTabSz="914400" rtl="0" eaLnBrk="1" latinLnBrk="0" hangingPunct="1">
              <a:lnSpc>
                <a:spcPct val="90000"/>
              </a:lnSpc>
              <a:spcBef>
                <a:spcPts val="500"/>
              </a:spcBef>
              <a:buFontTx/>
              <a:buNone/>
              <a:defRPr sz="1400" kern="1200">
                <a:solidFill>
                  <a:schemeClr val="tx1">
                    <a:lumMod val="95000"/>
                    <a:lumOff val="5000"/>
                  </a:schemeClr>
                </a:solidFill>
                <a:latin typeface="Khula" panose="02000000000000000000" pitchFamily="2" charset="0"/>
                <a:ea typeface="+mn-ea"/>
                <a:cs typeface="Khula" panose="02000000000000000000" pitchFamily="2" charset="0"/>
              </a:defRPr>
            </a:lvl2pPr>
            <a:lvl3pPr marL="914400" indent="0" algn="l" defTabSz="914400" rtl="0" eaLnBrk="1" latinLnBrk="0" hangingPunct="1">
              <a:lnSpc>
                <a:spcPct val="90000"/>
              </a:lnSpc>
              <a:spcBef>
                <a:spcPts val="500"/>
              </a:spcBef>
              <a:buFontTx/>
              <a:buNone/>
              <a:defRPr sz="1200" kern="1200">
                <a:solidFill>
                  <a:schemeClr val="tx1">
                    <a:lumMod val="95000"/>
                    <a:lumOff val="5000"/>
                  </a:schemeClr>
                </a:solidFill>
                <a:latin typeface="Khula" panose="02000000000000000000" pitchFamily="2" charset="0"/>
                <a:ea typeface="+mn-ea"/>
                <a:cs typeface="Khula" panose="02000000000000000000" pitchFamily="2" charset="0"/>
              </a:defRPr>
            </a:lvl3pPr>
            <a:lvl4pPr marL="1371600" indent="0" algn="l" defTabSz="914400" rtl="0" eaLnBrk="1" latinLnBrk="0" hangingPunct="1">
              <a:lnSpc>
                <a:spcPct val="90000"/>
              </a:lnSpc>
              <a:spcBef>
                <a:spcPts val="500"/>
              </a:spcBef>
              <a:buFontTx/>
              <a:buNone/>
              <a:defRPr sz="1100" kern="1200">
                <a:solidFill>
                  <a:schemeClr val="tx1">
                    <a:lumMod val="95000"/>
                    <a:lumOff val="5000"/>
                  </a:schemeClr>
                </a:solidFill>
                <a:latin typeface="Khula" panose="02000000000000000000" pitchFamily="2" charset="0"/>
                <a:ea typeface="+mn-ea"/>
                <a:cs typeface="Khula" panose="02000000000000000000" pitchFamily="2" charset="0"/>
              </a:defRPr>
            </a:lvl4pPr>
            <a:lvl5pPr marL="1828800" indent="0" algn="l" defTabSz="914400" rtl="0" eaLnBrk="1" latinLnBrk="0" hangingPunct="1">
              <a:lnSpc>
                <a:spcPct val="90000"/>
              </a:lnSpc>
              <a:spcBef>
                <a:spcPts val="500"/>
              </a:spcBef>
              <a:buFontTx/>
              <a:buNone/>
              <a:defRPr sz="1050" kern="1200">
                <a:solidFill>
                  <a:schemeClr val="tx1">
                    <a:lumMod val="95000"/>
                    <a:lumOff val="5000"/>
                  </a:schemeClr>
                </a:solidFill>
                <a:latin typeface="Khula" panose="02000000000000000000" pitchFamily="2" charset="0"/>
                <a:ea typeface="+mn-ea"/>
                <a:cs typeface="Khula"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pPr>
            <a:r>
              <a:rPr lang="en-US"/>
              <a:t>Product Delivery</a:t>
            </a:r>
            <a:endParaRPr lang="en-MX"/>
          </a:p>
        </p:txBody>
      </p:sp>
      <p:pic>
        <p:nvPicPr>
          <p:cNvPr id="19" name="Picture 18" descr="A diagram of different colored strips&#10;&#10;Description automatically generated">
            <a:extLst>
              <a:ext uri="{FF2B5EF4-FFF2-40B4-BE49-F238E27FC236}">
                <a16:creationId xmlns:a16="http://schemas.microsoft.com/office/drawing/2014/main" id="{EC75CD72-6206-A9A7-F2B0-6405779746F6}"/>
              </a:ext>
            </a:extLst>
          </p:cNvPr>
          <p:cNvPicPr/>
          <p:nvPr/>
        </p:nvPicPr>
        <p:blipFill>
          <a:blip r:embed="rId2"/>
          <a:stretch>
            <a:fillRect/>
          </a:stretch>
        </p:blipFill>
        <p:spPr>
          <a:xfrm>
            <a:off x="5446393" y="817546"/>
            <a:ext cx="5420466" cy="5420466"/>
          </a:xfrm>
          <a:prstGeom prst="rect">
            <a:avLst/>
          </a:prstGeom>
        </p:spPr>
      </p:pic>
      <p:sp>
        <p:nvSpPr>
          <p:cNvPr id="20" name="Content Placeholder 2">
            <a:extLst>
              <a:ext uri="{FF2B5EF4-FFF2-40B4-BE49-F238E27FC236}">
                <a16:creationId xmlns:a16="http://schemas.microsoft.com/office/drawing/2014/main" id="{67080685-601B-47FC-A2BD-AC54D37E34A7}"/>
              </a:ext>
            </a:extLst>
          </p:cNvPr>
          <p:cNvSpPr txBox="1"/>
          <p:nvPr/>
        </p:nvSpPr>
        <p:spPr>
          <a:xfrm>
            <a:off x="1707089" y="4916985"/>
            <a:ext cx="3097847" cy="24650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400" kern="1200">
                <a:solidFill>
                  <a:schemeClr val="tx1">
                    <a:lumMod val="95000"/>
                    <a:lumOff val="5000"/>
                  </a:schemeClr>
                </a:solidFill>
                <a:latin typeface="Khula" panose="02000000000000000000" pitchFamily="2" charset="0"/>
                <a:ea typeface="+mn-ea"/>
                <a:cs typeface="Khula" panose="02000000000000000000" pitchFamily="2" charset="0"/>
              </a:defRPr>
            </a:lvl1pPr>
            <a:lvl2pPr marL="457200" indent="0" algn="l" defTabSz="914400" rtl="0" eaLnBrk="1" latinLnBrk="0" hangingPunct="1">
              <a:lnSpc>
                <a:spcPct val="90000"/>
              </a:lnSpc>
              <a:spcBef>
                <a:spcPts val="500"/>
              </a:spcBef>
              <a:buFontTx/>
              <a:buNone/>
              <a:defRPr sz="1400" kern="1200">
                <a:solidFill>
                  <a:schemeClr val="tx1">
                    <a:lumMod val="95000"/>
                    <a:lumOff val="5000"/>
                  </a:schemeClr>
                </a:solidFill>
                <a:latin typeface="Khula" panose="02000000000000000000" pitchFamily="2" charset="0"/>
                <a:ea typeface="+mn-ea"/>
                <a:cs typeface="Khula" panose="02000000000000000000" pitchFamily="2" charset="0"/>
              </a:defRPr>
            </a:lvl2pPr>
            <a:lvl3pPr marL="914400" indent="0" algn="l" defTabSz="914400" rtl="0" eaLnBrk="1" latinLnBrk="0" hangingPunct="1">
              <a:lnSpc>
                <a:spcPct val="90000"/>
              </a:lnSpc>
              <a:spcBef>
                <a:spcPts val="500"/>
              </a:spcBef>
              <a:buFontTx/>
              <a:buNone/>
              <a:defRPr sz="1200" kern="1200">
                <a:solidFill>
                  <a:schemeClr val="tx1">
                    <a:lumMod val="95000"/>
                    <a:lumOff val="5000"/>
                  </a:schemeClr>
                </a:solidFill>
                <a:latin typeface="Khula" panose="02000000000000000000" pitchFamily="2" charset="0"/>
                <a:ea typeface="+mn-ea"/>
                <a:cs typeface="Khula" panose="02000000000000000000" pitchFamily="2" charset="0"/>
              </a:defRPr>
            </a:lvl3pPr>
            <a:lvl4pPr marL="1371600" indent="0" algn="l" defTabSz="914400" rtl="0" eaLnBrk="1" latinLnBrk="0" hangingPunct="1">
              <a:lnSpc>
                <a:spcPct val="90000"/>
              </a:lnSpc>
              <a:spcBef>
                <a:spcPts val="500"/>
              </a:spcBef>
              <a:buFontTx/>
              <a:buNone/>
              <a:defRPr sz="1100" kern="1200">
                <a:solidFill>
                  <a:schemeClr val="tx1">
                    <a:lumMod val="95000"/>
                    <a:lumOff val="5000"/>
                  </a:schemeClr>
                </a:solidFill>
                <a:latin typeface="Khula" panose="02000000000000000000" pitchFamily="2" charset="0"/>
                <a:ea typeface="+mn-ea"/>
                <a:cs typeface="Khula" panose="02000000000000000000" pitchFamily="2" charset="0"/>
              </a:defRPr>
            </a:lvl4pPr>
            <a:lvl5pPr marL="1828800" indent="0" algn="l" defTabSz="914400" rtl="0" eaLnBrk="1" latinLnBrk="0" hangingPunct="1">
              <a:lnSpc>
                <a:spcPct val="90000"/>
              </a:lnSpc>
              <a:spcBef>
                <a:spcPts val="500"/>
              </a:spcBef>
              <a:buFontTx/>
              <a:buNone/>
              <a:defRPr sz="1050" kern="1200">
                <a:solidFill>
                  <a:schemeClr val="tx1">
                    <a:lumMod val="95000"/>
                    <a:lumOff val="5000"/>
                  </a:schemeClr>
                </a:solidFill>
                <a:latin typeface="Khula" panose="02000000000000000000" pitchFamily="2" charset="0"/>
                <a:ea typeface="+mn-ea"/>
                <a:cs typeface="Khula"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pPr>
            <a:r>
              <a:rPr lang="en-US"/>
              <a:t>Platform Engineering</a:t>
            </a:r>
          </a:p>
        </p:txBody>
      </p:sp>
      <p:sp>
        <p:nvSpPr>
          <p:cNvPr id="21" name="Content Placeholder 2">
            <a:extLst>
              <a:ext uri="{FF2B5EF4-FFF2-40B4-BE49-F238E27FC236}">
                <a16:creationId xmlns:a16="http://schemas.microsoft.com/office/drawing/2014/main" id="{DFD82A0A-D579-1F97-B903-720D8FA1DAF0}"/>
              </a:ext>
            </a:extLst>
          </p:cNvPr>
          <p:cNvSpPr txBox="1"/>
          <p:nvPr/>
        </p:nvSpPr>
        <p:spPr>
          <a:xfrm>
            <a:off x="1707094" y="2308755"/>
            <a:ext cx="3097847" cy="24650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400" kern="1200">
                <a:solidFill>
                  <a:schemeClr val="tx1">
                    <a:lumMod val="95000"/>
                    <a:lumOff val="5000"/>
                  </a:schemeClr>
                </a:solidFill>
                <a:latin typeface="Khula" panose="02000000000000000000" pitchFamily="2" charset="0"/>
                <a:ea typeface="+mn-ea"/>
                <a:cs typeface="Khula" panose="02000000000000000000" pitchFamily="2" charset="0"/>
              </a:defRPr>
            </a:lvl1pPr>
            <a:lvl2pPr marL="457200" indent="0" algn="l" defTabSz="914400" rtl="0" eaLnBrk="1" latinLnBrk="0" hangingPunct="1">
              <a:lnSpc>
                <a:spcPct val="90000"/>
              </a:lnSpc>
              <a:spcBef>
                <a:spcPts val="500"/>
              </a:spcBef>
              <a:buFontTx/>
              <a:buNone/>
              <a:defRPr sz="1400" kern="1200">
                <a:solidFill>
                  <a:schemeClr val="tx1">
                    <a:lumMod val="95000"/>
                    <a:lumOff val="5000"/>
                  </a:schemeClr>
                </a:solidFill>
                <a:latin typeface="Khula" panose="02000000000000000000" pitchFamily="2" charset="0"/>
                <a:ea typeface="+mn-ea"/>
                <a:cs typeface="Khula" panose="02000000000000000000" pitchFamily="2" charset="0"/>
              </a:defRPr>
            </a:lvl2pPr>
            <a:lvl3pPr marL="914400" indent="0" algn="l" defTabSz="914400" rtl="0" eaLnBrk="1" latinLnBrk="0" hangingPunct="1">
              <a:lnSpc>
                <a:spcPct val="90000"/>
              </a:lnSpc>
              <a:spcBef>
                <a:spcPts val="500"/>
              </a:spcBef>
              <a:buFontTx/>
              <a:buNone/>
              <a:defRPr sz="1200" kern="1200">
                <a:solidFill>
                  <a:schemeClr val="tx1">
                    <a:lumMod val="95000"/>
                    <a:lumOff val="5000"/>
                  </a:schemeClr>
                </a:solidFill>
                <a:latin typeface="Khula" panose="02000000000000000000" pitchFamily="2" charset="0"/>
                <a:ea typeface="+mn-ea"/>
                <a:cs typeface="Khula" panose="02000000000000000000" pitchFamily="2" charset="0"/>
              </a:defRPr>
            </a:lvl3pPr>
            <a:lvl4pPr marL="1371600" indent="0" algn="l" defTabSz="914400" rtl="0" eaLnBrk="1" latinLnBrk="0" hangingPunct="1">
              <a:lnSpc>
                <a:spcPct val="90000"/>
              </a:lnSpc>
              <a:spcBef>
                <a:spcPts val="500"/>
              </a:spcBef>
              <a:buFontTx/>
              <a:buNone/>
              <a:defRPr sz="1100" kern="1200">
                <a:solidFill>
                  <a:schemeClr val="tx1">
                    <a:lumMod val="95000"/>
                    <a:lumOff val="5000"/>
                  </a:schemeClr>
                </a:solidFill>
                <a:latin typeface="Khula" panose="02000000000000000000" pitchFamily="2" charset="0"/>
                <a:ea typeface="+mn-ea"/>
                <a:cs typeface="Khula" panose="02000000000000000000" pitchFamily="2" charset="0"/>
              </a:defRPr>
            </a:lvl4pPr>
            <a:lvl5pPr marL="1828800" indent="0" algn="l" defTabSz="914400" rtl="0" eaLnBrk="1" latinLnBrk="0" hangingPunct="1">
              <a:lnSpc>
                <a:spcPct val="90000"/>
              </a:lnSpc>
              <a:spcBef>
                <a:spcPts val="500"/>
              </a:spcBef>
              <a:buFontTx/>
              <a:buNone/>
              <a:defRPr sz="1050" kern="1200">
                <a:solidFill>
                  <a:schemeClr val="tx1">
                    <a:lumMod val="95000"/>
                    <a:lumOff val="5000"/>
                  </a:schemeClr>
                </a:solidFill>
                <a:latin typeface="Khula" panose="02000000000000000000" pitchFamily="2" charset="0"/>
                <a:ea typeface="+mn-ea"/>
                <a:cs typeface="Khula"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pPr>
            <a:r>
              <a:rPr lang="en-US"/>
              <a:t>AI/ML</a:t>
            </a:r>
          </a:p>
        </p:txBody>
      </p:sp>
    </p:spTree>
    <p:extLst>
      <p:ext uri="{BB962C8B-B14F-4D97-AF65-F5344CB8AC3E}">
        <p14:creationId xmlns:p14="http://schemas.microsoft.com/office/powerpoint/2010/main" val="1788413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46FF4-DE1D-0A99-5A0B-57C8E89F1583}"/>
              </a:ext>
            </a:extLst>
          </p:cNvPr>
          <p:cNvSpPr>
            <a:spLocks noGrp="1"/>
          </p:cNvSpPr>
          <p:nvPr>
            <p:ph type="title"/>
          </p:nvPr>
        </p:nvSpPr>
        <p:spPr/>
        <p:txBody>
          <a:bodyPr/>
          <a:lstStyle/>
          <a:p>
            <a:r>
              <a:rPr lang="en-MX"/>
              <a:t>Guiding Principles</a:t>
            </a:r>
          </a:p>
        </p:txBody>
      </p:sp>
      <p:sp>
        <p:nvSpPr>
          <p:cNvPr id="4" name="Text Placeholder 3">
            <a:extLst>
              <a:ext uri="{FF2B5EF4-FFF2-40B4-BE49-F238E27FC236}">
                <a16:creationId xmlns:a16="http://schemas.microsoft.com/office/drawing/2014/main" id="{90BA9E9B-6DAD-D384-3637-ECB3DB2C90E5}"/>
              </a:ext>
            </a:extLst>
          </p:cNvPr>
          <p:cNvSpPr>
            <a:spLocks noGrp="1"/>
          </p:cNvSpPr>
          <p:nvPr>
            <p:ph type="body" sz="quarter" idx="11"/>
          </p:nvPr>
        </p:nvSpPr>
        <p:spPr/>
        <p:txBody>
          <a:bodyPr/>
          <a:lstStyle/>
          <a:p>
            <a:r>
              <a:rPr lang="en-MX"/>
              <a:t>Our Identity</a:t>
            </a:r>
          </a:p>
        </p:txBody>
      </p:sp>
      <p:sp>
        <p:nvSpPr>
          <p:cNvPr id="7" name="Content Placeholder 2">
            <a:extLst>
              <a:ext uri="{FF2B5EF4-FFF2-40B4-BE49-F238E27FC236}">
                <a16:creationId xmlns:a16="http://schemas.microsoft.com/office/drawing/2014/main" id="{91E1C159-627C-5071-A9E6-B5BD6648D109}"/>
              </a:ext>
            </a:extLst>
          </p:cNvPr>
          <p:cNvSpPr txBox="1">
            <a:spLocks/>
          </p:cNvSpPr>
          <p:nvPr/>
        </p:nvSpPr>
        <p:spPr>
          <a:xfrm>
            <a:off x="468489" y="1859072"/>
            <a:ext cx="5394960" cy="4194466"/>
          </a:xfrm>
          <a:prstGeom prst="rect">
            <a:avLst/>
          </a:prstGeom>
        </p:spPr>
        <p:txBody>
          <a:bodyPr vert="horz" lIns="72000" tIns="36000" rIns="216000" bIns="288000" rtlCol="0">
            <a:normAutofit/>
          </a:bodyPr>
          <a:lstStyle>
            <a:lvl1pPr marL="0" indent="0" algn="l" defTabSz="914400" rtl="0" eaLnBrk="1" latinLnBrk="0" hangingPunct="1">
              <a:lnSpc>
                <a:spcPct val="100000"/>
              </a:lnSpc>
              <a:spcBef>
                <a:spcPts val="8"/>
              </a:spcBef>
              <a:spcAft>
                <a:spcPts val="8"/>
              </a:spcAft>
              <a:buFontTx/>
              <a:buNone/>
              <a:defRPr sz="1800" b="0" i="1" kern="1200">
                <a:solidFill>
                  <a:schemeClr val="bg1">
                    <a:lumMod val="50000"/>
                  </a:schemeClr>
                </a:solidFill>
                <a:latin typeface="Poppins Medium" pitchFamily="2" charset="77"/>
                <a:ea typeface="+mn-ea"/>
                <a:cs typeface="Poppins Medium" pitchFamily="2" charset="77"/>
              </a:defRPr>
            </a:lvl1pPr>
            <a:lvl2pPr marL="457200" indent="0" algn="l" defTabSz="914400" rtl="0" eaLnBrk="1" latinLnBrk="0" hangingPunct="1">
              <a:lnSpc>
                <a:spcPct val="90000"/>
              </a:lnSpc>
              <a:spcBef>
                <a:spcPts val="500"/>
              </a:spcBef>
              <a:buFontTx/>
              <a:buNone/>
              <a:defRPr sz="1400" kern="1200">
                <a:solidFill>
                  <a:schemeClr val="tx1">
                    <a:lumMod val="95000"/>
                    <a:lumOff val="5000"/>
                  </a:schemeClr>
                </a:solidFill>
                <a:latin typeface="Khula" panose="02000000000000000000" pitchFamily="2" charset="0"/>
                <a:ea typeface="+mn-ea"/>
                <a:cs typeface="Khula" panose="02000000000000000000" pitchFamily="2" charset="0"/>
              </a:defRPr>
            </a:lvl2pPr>
            <a:lvl3pPr marL="914400" indent="0" algn="l" defTabSz="914400" rtl="0" eaLnBrk="1" latinLnBrk="0" hangingPunct="1">
              <a:lnSpc>
                <a:spcPct val="90000"/>
              </a:lnSpc>
              <a:spcBef>
                <a:spcPts val="500"/>
              </a:spcBef>
              <a:buFontTx/>
              <a:buNone/>
              <a:defRPr sz="1200" kern="1200">
                <a:solidFill>
                  <a:schemeClr val="tx1">
                    <a:lumMod val="95000"/>
                    <a:lumOff val="5000"/>
                  </a:schemeClr>
                </a:solidFill>
                <a:latin typeface="Khula" panose="02000000000000000000" pitchFamily="2" charset="0"/>
                <a:ea typeface="+mn-ea"/>
                <a:cs typeface="Khula" panose="02000000000000000000" pitchFamily="2" charset="0"/>
              </a:defRPr>
            </a:lvl3pPr>
            <a:lvl4pPr marL="1371600" indent="0" algn="l" defTabSz="914400" rtl="0" eaLnBrk="1" latinLnBrk="0" hangingPunct="1">
              <a:lnSpc>
                <a:spcPct val="90000"/>
              </a:lnSpc>
              <a:spcBef>
                <a:spcPts val="500"/>
              </a:spcBef>
              <a:buFontTx/>
              <a:buNone/>
              <a:defRPr sz="1100" kern="1200">
                <a:solidFill>
                  <a:schemeClr val="tx1">
                    <a:lumMod val="95000"/>
                    <a:lumOff val="5000"/>
                  </a:schemeClr>
                </a:solidFill>
                <a:latin typeface="Khula" panose="02000000000000000000" pitchFamily="2" charset="0"/>
                <a:ea typeface="+mn-ea"/>
                <a:cs typeface="Khula" panose="02000000000000000000" pitchFamily="2" charset="0"/>
              </a:defRPr>
            </a:lvl4pPr>
            <a:lvl5pPr marL="1828800" indent="0" algn="l" defTabSz="914400" rtl="0" eaLnBrk="1" latinLnBrk="0" hangingPunct="1">
              <a:lnSpc>
                <a:spcPct val="90000"/>
              </a:lnSpc>
              <a:spcBef>
                <a:spcPts val="500"/>
              </a:spcBef>
              <a:buFontTx/>
              <a:buNone/>
              <a:defRPr sz="1050" kern="1200">
                <a:solidFill>
                  <a:schemeClr val="tx1">
                    <a:lumMod val="95000"/>
                    <a:lumOff val="5000"/>
                  </a:schemeClr>
                </a:solidFill>
                <a:latin typeface="Khula" panose="02000000000000000000" pitchFamily="2" charset="0"/>
                <a:ea typeface="+mn-ea"/>
                <a:cs typeface="Khula"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buFont typeface="Arial" panose="020B0604020202020204" pitchFamily="34" charset="0"/>
              <a:buChar char="•"/>
            </a:pPr>
            <a:r>
              <a:rPr lang="en-US" sz="1400" b="1">
                <a:solidFill>
                  <a:srgbClr val="F4BA41"/>
                </a:solidFill>
                <a:ea typeface="Open Sans ExtraBold" charset="0"/>
                <a:sym typeface="Helvetica Neue Thin" charset="0"/>
              </a:rPr>
              <a:t>Excellence</a:t>
            </a:r>
            <a:r>
              <a:rPr lang="en-US" sz="1400"/>
              <a:t> is not an occasional act, but a persistent habit. </a:t>
            </a:r>
          </a:p>
          <a:p>
            <a:pPr marL="285750" indent="-285750" algn="just">
              <a:buFont typeface="Arial" panose="020B0604020202020204" pitchFamily="34" charset="0"/>
              <a:buChar char="•"/>
            </a:pPr>
            <a:endParaRPr lang="en-US" sz="1400"/>
          </a:p>
          <a:p>
            <a:pPr marL="285750" indent="-285750" algn="just">
              <a:buFont typeface="Arial" panose="020B0604020202020204" pitchFamily="34" charset="0"/>
              <a:buChar char="•"/>
            </a:pPr>
            <a:r>
              <a:rPr lang="en-US" sz="1400"/>
              <a:t>Our success is a consequence of our collective </a:t>
            </a:r>
            <a:r>
              <a:rPr lang="en-US" altLang="en-US" sz="1400" b="1">
                <a:solidFill>
                  <a:srgbClr val="5BC1A6"/>
                </a:solidFill>
                <a:ea typeface="Open Sans ExtraBold" charset="0"/>
                <a:sym typeface="Helvetica Neue Thin" charset="0"/>
              </a:rPr>
              <a:t>Involvement</a:t>
            </a:r>
            <a:r>
              <a:rPr lang="en-US" sz="1400"/>
              <a:t>. </a:t>
            </a:r>
          </a:p>
          <a:p>
            <a:pPr marL="285750" indent="-285750" algn="just">
              <a:buFont typeface="Arial" panose="020B0604020202020204" pitchFamily="34" charset="0"/>
              <a:buChar char="•"/>
            </a:pPr>
            <a:endParaRPr lang="en-US" sz="1400"/>
          </a:p>
          <a:p>
            <a:pPr marL="285750" indent="-285750" algn="just">
              <a:buFont typeface="Arial" panose="020B0604020202020204" pitchFamily="34" charset="0"/>
              <a:buChar char="•"/>
            </a:pPr>
            <a:r>
              <a:rPr lang="en-US" altLang="en-US" sz="1400" b="1">
                <a:solidFill>
                  <a:srgbClr val="005596"/>
                </a:solidFill>
                <a:ea typeface="Open Sans ExtraBold" charset="0"/>
                <a:sym typeface="Helvetica Neue Thin" charset="0"/>
              </a:rPr>
              <a:t>Dedication</a:t>
            </a:r>
            <a:r>
              <a:rPr lang="en-US" sz="1400"/>
              <a:t> involves thinking of others more, without thinking less of ourselves. </a:t>
            </a:r>
          </a:p>
          <a:p>
            <a:endParaRPr lang="en-MX"/>
          </a:p>
        </p:txBody>
      </p:sp>
      <p:pic>
        <p:nvPicPr>
          <p:cNvPr id="8" name="Picture 7" descr="A diagram of a company&#10;&#10;Description automatically generated">
            <a:extLst>
              <a:ext uri="{FF2B5EF4-FFF2-40B4-BE49-F238E27FC236}">
                <a16:creationId xmlns:a16="http://schemas.microsoft.com/office/drawing/2014/main" id="{FF3CDF29-7859-5929-5A0E-CEF6FB2B4054}"/>
              </a:ext>
            </a:extLst>
          </p:cNvPr>
          <p:cNvPicPr/>
          <p:nvPr/>
        </p:nvPicPr>
        <p:blipFill>
          <a:blip r:embed="rId2"/>
          <a:stretch>
            <a:fillRect/>
          </a:stretch>
        </p:blipFill>
        <p:spPr>
          <a:xfrm>
            <a:off x="5044095" y="879353"/>
            <a:ext cx="5754104" cy="5427716"/>
          </a:xfrm>
          <a:prstGeom prst="rect">
            <a:avLst/>
          </a:prstGeom>
        </p:spPr>
      </p:pic>
    </p:spTree>
    <p:extLst>
      <p:ext uri="{BB962C8B-B14F-4D97-AF65-F5344CB8AC3E}">
        <p14:creationId xmlns:p14="http://schemas.microsoft.com/office/powerpoint/2010/main" val="3278545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F5036-A046-5F51-9AC5-35CD65DBD4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6F3C96-28F7-3139-D909-B1C65B0A9237}"/>
              </a:ext>
            </a:extLst>
          </p:cNvPr>
          <p:cNvSpPr>
            <a:spLocks noGrp="1"/>
          </p:cNvSpPr>
          <p:nvPr>
            <p:ph type="title"/>
          </p:nvPr>
        </p:nvSpPr>
        <p:spPr/>
        <p:txBody>
          <a:bodyPr/>
          <a:lstStyle/>
          <a:p>
            <a:r>
              <a:rPr lang="en-MX"/>
              <a:t>Guiding Principles</a:t>
            </a:r>
          </a:p>
        </p:txBody>
      </p:sp>
      <p:sp>
        <p:nvSpPr>
          <p:cNvPr id="4" name="Text Placeholder 3">
            <a:extLst>
              <a:ext uri="{FF2B5EF4-FFF2-40B4-BE49-F238E27FC236}">
                <a16:creationId xmlns:a16="http://schemas.microsoft.com/office/drawing/2014/main" id="{5E67BBD3-1B11-C582-AF1D-A55534A2B453}"/>
              </a:ext>
            </a:extLst>
          </p:cNvPr>
          <p:cNvSpPr>
            <a:spLocks noGrp="1"/>
          </p:cNvSpPr>
          <p:nvPr>
            <p:ph type="body" sz="quarter" idx="11"/>
          </p:nvPr>
        </p:nvSpPr>
        <p:spPr/>
        <p:txBody>
          <a:bodyPr/>
          <a:lstStyle/>
          <a:p>
            <a:r>
              <a:rPr lang="en-MX"/>
              <a:t>Our Identity</a:t>
            </a:r>
          </a:p>
        </p:txBody>
      </p:sp>
      <p:pic>
        <p:nvPicPr>
          <p:cNvPr id="8" name="Picture 7" descr="A diagram of a company&#10;&#10;Description automatically generated">
            <a:extLst>
              <a:ext uri="{FF2B5EF4-FFF2-40B4-BE49-F238E27FC236}">
                <a16:creationId xmlns:a16="http://schemas.microsoft.com/office/drawing/2014/main" id="{A9EB8665-50B5-ADD4-7D72-F26D8ABB218C}"/>
              </a:ext>
            </a:extLst>
          </p:cNvPr>
          <p:cNvPicPr/>
          <p:nvPr/>
        </p:nvPicPr>
        <p:blipFill>
          <a:blip r:embed="rId2"/>
          <a:stretch>
            <a:fillRect/>
          </a:stretch>
        </p:blipFill>
        <p:spPr>
          <a:xfrm>
            <a:off x="5044095" y="879353"/>
            <a:ext cx="5754104" cy="5427716"/>
          </a:xfrm>
          <a:prstGeom prst="rect">
            <a:avLst/>
          </a:prstGeom>
        </p:spPr>
      </p:pic>
      <p:sp>
        <p:nvSpPr>
          <p:cNvPr id="3" name="Content Placeholder 2">
            <a:extLst>
              <a:ext uri="{FF2B5EF4-FFF2-40B4-BE49-F238E27FC236}">
                <a16:creationId xmlns:a16="http://schemas.microsoft.com/office/drawing/2014/main" id="{A67DD000-3BB5-0BBB-2E17-14C1EC676719}"/>
              </a:ext>
            </a:extLst>
          </p:cNvPr>
          <p:cNvSpPr txBox="1">
            <a:spLocks/>
          </p:cNvSpPr>
          <p:nvPr/>
        </p:nvSpPr>
        <p:spPr>
          <a:xfrm>
            <a:off x="468489" y="1849732"/>
            <a:ext cx="4435107" cy="4194466"/>
          </a:xfrm>
          <a:prstGeom prst="rect">
            <a:avLst/>
          </a:prstGeom>
        </p:spPr>
        <p:txBody>
          <a:bodyPr vert="horz" lIns="72000" tIns="36000" rIns="216000" bIns="288000" rtlCol="0">
            <a:normAutofit lnSpcReduction="10000"/>
          </a:bodyPr>
          <a:lstStyle>
            <a:lvl1pPr marL="0" indent="0" algn="l" defTabSz="914400" rtl="0" eaLnBrk="1" latinLnBrk="0" hangingPunct="1">
              <a:lnSpc>
                <a:spcPct val="100000"/>
              </a:lnSpc>
              <a:spcBef>
                <a:spcPts val="8"/>
              </a:spcBef>
              <a:spcAft>
                <a:spcPts val="8"/>
              </a:spcAft>
              <a:buFontTx/>
              <a:buNone/>
              <a:defRPr sz="1800" b="0" i="1" kern="1200">
                <a:solidFill>
                  <a:schemeClr val="bg1">
                    <a:lumMod val="50000"/>
                  </a:schemeClr>
                </a:solidFill>
                <a:latin typeface="Poppins Medium" pitchFamily="2" charset="77"/>
                <a:ea typeface="+mn-ea"/>
                <a:cs typeface="Poppins Medium" pitchFamily="2" charset="77"/>
              </a:defRPr>
            </a:lvl1pPr>
            <a:lvl2pPr marL="457200" indent="0" algn="l" defTabSz="914400" rtl="0" eaLnBrk="1" latinLnBrk="0" hangingPunct="1">
              <a:lnSpc>
                <a:spcPct val="90000"/>
              </a:lnSpc>
              <a:spcBef>
                <a:spcPts val="500"/>
              </a:spcBef>
              <a:buFontTx/>
              <a:buNone/>
              <a:defRPr sz="1400" kern="1200">
                <a:solidFill>
                  <a:schemeClr val="tx1">
                    <a:lumMod val="95000"/>
                    <a:lumOff val="5000"/>
                  </a:schemeClr>
                </a:solidFill>
                <a:latin typeface="Khula" panose="02000000000000000000" pitchFamily="2" charset="0"/>
                <a:ea typeface="+mn-ea"/>
                <a:cs typeface="Khula" panose="02000000000000000000" pitchFamily="2" charset="0"/>
              </a:defRPr>
            </a:lvl2pPr>
            <a:lvl3pPr marL="914400" indent="0" algn="l" defTabSz="914400" rtl="0" eaLnBrk="1" latinLnBrk="0" hangingPunct="1">
              <a:lnSpc>
                <a:spcPct val="90000"/>
              </a:lnSpc>
              <a:spcBef>
                <a:spcPts val="500"/>
              </a:spcBef>
              <a:buFontTx/>
              <a:buNone/>
              <a:defRPr sz="1200" kern="1200">
                <a:solidFill>
                  <a:schemeClr val="tx1">
                    <a:lumMod val="95000"/>
                    <a:lumOff val="5000"/>
                  </a:schemeClr>
                </a:solidFill>
                <a:latin typeface="Khula" panose="02000000000000000000" pitchFamily="2" charset="0"/>
                <a:ea typeface="+mn-ea"/>
                <a:cs typeface="Khula" panose="02000000000000000000" pitchFamily="2" charset="0"/>
              </a:defRPr>
            </a:lvl3pPr>
            <a:lvl4pPr marL="1371600" indent="0" algn="l" defTabSz="914400" rtl="0" eaLnBrk="1" latinLnBrk="0" hangingPunct="1">
              <a:lnSpc>
                <a:spcPct val="90000"/>
              </a:lnSpc>
              <a:spcBef>
                <a:spcPts val="500"/>
              </a:spcBef>
              <a:buFontTx/>
              <a:buNone/>
              <a:defRPr sz="1100" kern="1200">
                <a:solidFill>
                  <a:schemeClr val="tx1">
                    <a:lumMod val="95000"/>
                    <a:lumOff val="5000"/>
                  </a:schemeClr>
                </a:solidFill>
                <a:latin typeface="Khula" panose="02000000000000000000" pitchFamily="2" charset="0"/>
                <a:ea typeface="+mn-ea"/>
                <a:cs typeface="Khula" panose="02000000000000000000" pitchFamily="2" charset="0"/>
              </a:defRPr>
            </a:lvl4pPr>
            <a:lvl5pPr marL="1828800" indent="0" algn="l" defTabSz="914400" rtl="0" eaLnBrk="1" latinLnBrk="0" hangingPunct="1">
              <a:lnSpc>
                <a:spcPct val="90000"/>
              </a:lnSpc>
              <a:spcBef>
                <a:spcPts val="500"/>
              </a:spcBef>
              <a:buFontTx/>
              <a:buNone/>
              <a:defRPr sz="1050" kern="1200">
                <a:solidFill>
                  <a:schemeClr val="tx1">
                    <a:lumMod val="95000"/>
                    <a:lumOff val="5000"/>
                  </a:schemeClr>
                </a:solidFill>
                <a:latin typeface="Khula" panose="02000000000000000000" pitchFamily="2" charset="0"/>
                <a:ea typeface="+mn-ea"/>
                <a:cs typeface="Khula"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75"/>
              </a:spcBef>
              <a:buClr>
                <a:srgbClr val="005596"/>
              </a:buClr>
            </a:pPr>
            <a:r>
              <a:rPr lang="en-US" sz="1200" b="1">
                <a:solidFill>
                  <a:srgbClr val="F4BA41"/>
                </a:solidFill>
                <a:ea typeface="Open Sans ExtraBold" charset="0"/>
                <a:sym typeface="Helvetica Neue Thin" charset="0"/>
              </a:rPr>
              <a:t>Excellence </a:t>
            </a:r>
            <a:r>
              <a:rPr lang="mr-IN" sz="1200" b="1">
                <a:solidFill>
                  <a:srgbClr val="F4BA41"/>
                </a:solidFill>
                <a:ea typeface="Open Sans ExtraBold" charset="0"/>
                <a:sym typeface="Helvetica Neue Thin" charset="0"/>
              </a:rPr>
              <a:t>–</a:t>
            </a:r>
            <a:r>
              <a:rPr lang="en-US" sz="1200" b="1">
                <a:solidFill>
                  <a:srgbClr val="F4BA41"/>
                </a:solidFill>
                <a:ea typeface="Open Sans ExtraBold" charset="0"/>
                <a:sym typeface="Helvetica Neue Thin" charset="0"/>
              </a:rPr>
              <a:t> Rise Above</a:t>
            </a:r>
            <a:r>
              <a:rPr lang="en-US" sz="1200" b="1">
                <a:solidFill>
                  <a:srgbClr val="F4BA41"/>
                </a:solidFill>
                <a:ea typeface="Open Sans" charset="0"/>
                <a:sym typeface="Helvetica Neue Thin" charset="0"/>
              </a:rPr>
              <a:t> </a:t>
            </a:r>
          </a:p>
          <a:p>
            <a:pPr>
              <a:spcBef>
                <a:spcPts val="175"/>
              </a:spcBef>
              <a:buClr>
                <a:srgbClr val="005596"/>
              </a:buClr>
            </a:pPr>
            <a:r>
              <a:rPr lang="en-US" sz="1200">
                <a:solidFill>
                  <a:srgbClr val="58595A"/>
                </a:solidFill>
                <a:ea typeface="Open Sans" charset="0"/>
              </a:rPr>
              <a:t>Not an occasional act, but a persistent habit</a:t>
            </a:r>
            <a:endParaRPr lang="en-US" sz="1200">
              <a:solidFill>
                <a:srgbClr val="A9A9A9"/>
              </a:solidFill>
              <a:ea typeface="Open Sans" charset="0"/>
            </a:endParaRPr>
          </a:p>
          <a:p>
            <a:pPr marL="218577" lvl="1">
              <a:spcBef>
                <a:spcPts val="175"/>
              </a:spcBef>
              <a:buClr>
                <a:srgbClr val="005596"/>
              </a:buClr>
            </a:pPr>
            <a:r>
              <a:rPr lang="en-US" sz="1200">
                <a:ea typeface="Open Sans" charset="0"/>
              </a:rPr>
              <a:t>Inspire others by what you do and how you do it</a:t>
            </a:r>
          </a:p>
          <a:p>
            <a:pPr marL="218577" lvl="1">
              <a:spcBef>
                <a:spcPts val="175"/>
              </a:spcBef>
              <a:buClr>
                <a:srgbClr val="005596"/>
              </a:buClr>
            </a:pPr>
            <a:r>
              <a:rPr lang="en-US" sz="1200">
                <a:ea typeface="Open Sans" charset="0"/>
                <a:sym typeface="Helvetica Neue Thin" charset="0"/>
              </a:rPr>
              <a:t>Build trust by continually exceeding the expectations of clients and coworkers</a:t>
            </a:r>
          </a:p>
          <a:p>
            <a:pPr marL="218577" lvl="1">
              <a:spcBef>
                <a:spcPts val="175"/>
              </a:spcBef>
              <a:buClr>
                <a:srgbClr val="005596"/>
              </a:buClr>
            </a:pPr>
            <a:r>
              <a:rPr lang="en-US" sz="1200">
                <a:ea typeface="Open Sans" charset="0"/>
                <a:sym typeface="Helvetica Neue Thin" charset="0"/>
              </a:rPr>
              <a:t>Be resourceful, yet humble enough to seek assistance</a:t>
            </a:r>
          </a:p>
          <a:p>
            <a:pPr>
              <a:spcBef>
                <a:spcPts val="175"/>
              </a:spcBef>
              <a:buClr>
                <a:srgbClr val="005596"/>
              </a:buClr>
            </a:pPr>
            <a:endParaRPr lang="en-US" altLang="en-US" sz="1200" u="sng">
              <a:solidFill>
                <a:srgbClr val="5BC1A6"/>
              </a:solidFill>
              <a:ea typeface="Open Sans Extrabold" charset="0"/>
              <a:sym typeface="Helvetica Neue Thin" charset="0"/>
            </a:endParaRPr>
          </a:p>
          <a:p>
            <a:pPr>
              <a:spcBef>
                <a:spcPts val="175"/>
              </a:spcBef>
              <a:buClr>
                <a:srgbClr val="005596"/>
              </a:buClr>
            </a:pPr>
            <a:r>
              <a:rPr lang="en-US" altLang="en-US" sz="1200" b="1">
                <a:solidFill>
                  <a:srgbClr val="5BC1A6"/>
                </a:solidFill>
                <a:ea typeface="Open Sans ExtraBold" charset="0"/>
                <a:sym typeface="Helvetica Neue Thin" charset="0"/>
              </a:rPr>
              <a:t>Involvement </a:t>
            </a:r>
            <a:r>
              <a:rPr lang="mr-IN" altLang="en-US" sz="1200" b="1">
                <a:solidFill>
                  <a:srgbClr val="5BC1A6"/>
                </a:solidFill>
                <a:ea typeface="Open Sans ExtraBold" charset="0"/>
                <a:sym typeface="Helvetica Neue Thin" charset="0"/>
              </a:rPr>
              <a:t>–</a:t>
            </a:r>
            <a:r>
              <a:rPr lang="en-US" altLang="en-US" sz="1200" b="1">
                <a:solidFill>
                  <a:srgbClr val="5BC1A6"/>
                </a:solidFill>
                <a:ea typeface="Open Sans ExtraBold" charset="0"/>
                <a:sym typeface="Helvetica Neue Thin" charset="0"/>
              </a:rPr>
              <a:t> Go Beyond</a:t>
            </a:r>
            <a:r>
              <a:rPr lang="en-US" altLang="en-US" sz="1200" b="1">
                <a:solidFill>
                  <a:srgbClr val="5BC1A6"/>
                </a:solidFill>
                <a:ea typeface="Open Sans" charset="0"/>
                <a:sym typeface="Helvetica Neue Thin" charset="0"/>
              </a:rPr>
              <a:t> </a:t>
            </a:r>
            <a:br>
              <a:rPr lang="en-US" altLang="en-US" sz="1200">
                <a:solidFill>
                  <a:srgbClr val="5BC1A6"/>
                </a:solidFill>
                <a:ea typeface="Open Sans" charset="0"/>
                <a:sym typeface="Helvetica Neue Thin" charset="0"/>
              </a:rPr>
            </a:br>
            <a:r>
              <a:rPr lang="en-US" altLang="en-US" sz="1200">
                <a:solidFill>
                  <a:srgbClr val="58595A"/>
                </a:solidFill>
                <a:ea typeface="Open Sans" charset="0"/>
              </a:rPr>
              <a:t>Our success is a consequence of our collective involvement</a:t>
            </a:r>
          </a:p>
          <a:p>
            <a:pPr marL="218577" lvl="1">
              <a:spcBef>
                <a:spcPts val="175"/>
              </a:spcBef>
              <a:buClr>
                <a:srgbClr val="005596"/>
              </a:buClr>
            </a:pPr>
            <a:r>
              <a:rPr lang="en-US" altLang="en-US" sz="1200">
                <a:ea typeface="Open Sans" charset="0"/>
              </a:rPr>
              <a:t>Find a way to contribute; for when you do, opportunity often presents itself</a:t>
            </a:r>
          </a:p>
          <a:p>
            <a:pPr marL="218577" lvl="1">
              <a:spcBef>
                <a:spcPts val="175"/>
              </a:spcBef>
              <a:buClr>
                <a:srgbClr val="005596"/>
              </a:buClr>
            </a:pPr>
            <a:r>
              <a:rPr lang="en-US" sz="1200">
                <a:ea typeface="Open Sans" charset="0"/>
              </a:rPr>
              <a:t>Greatness is never guaranteed, and it is rarely achieved by doing the minimum</a:t>
            </a:r>
          </a:p>
          <a:p>
            <a:pPr marL="218577" lvl="1">
              <a:spcBef>
                <a:spcPts val="175"/>
              </a:spcBef>
              <a:buClr>
                <a:srgbClr val="005596"/>
              </a:buClr>
            </a:pPr>
            <a:r>
              <a:rPr lang="en-US" sz="1200">
                <a:ea typeface="Open Sans" charset="0"/>
              </a:rPr>
              <a:t>Actively plan and commit to your personal growth</a:t>
            </a:r>
          </a:p>
          <a:p>
            <a:pPr>
              <a:spcBef>
                <a:spcPts val="175"/>
              </a:spcBef>
              <a:buClr>
                <a:srgbClr val="005596"/>
              </a:buClr>
            </a:pPr>
            <a:endParaRPr lang="en-US" altLang="en-US" sz="1200" u="sng">
              <a:solidFill>
                <a:srgbClr val="005596"/>
              </a:solidFill>
              <a:ea typeface="Open Sans Extrabold" charset="0"/>
              <a:sym typeface="Helvetica Neue Thin" charset="0"/>
            </a:endParaRPr>
          </a:p>
          <a:p>
            <a:pPr>
              <a:spcBef>
                <a:spcPts val="175"/>
              </a:spcBef>
              <a:buClr>
                <a:srgbClr val="005596"/>
              </a:buClr>
            </a:pPr>
            <a:r>
              <a:rPr lang="en-US" altLang="en-US" sz="1200" b="1">
                <a:solidFill>
                  <a:srgbClr val="005596"/>
                </a:solidFill>
                <a:ea typeface="Open Sans ExtraBold" charset="0"/>
                <a:sym typeface="Helvetica Neue Thin" charset="0"/>
              </a:rPr>
              <a:t>Dedication </a:t>
            </a:r>
            <a:r>
              <a:rPr lang="mr-IN" altLang="en-US" sz="1200" b="1">
                <a:solidFill>
                  <a:srgbClr val="005596"/>
                </a:solidFill>
                <a:ea typeface="Open Sans ExtraBold" charset="0"/>
                <a:sym typeface="Helvetica Neue Thin" charset="0"/>
              </a:rPr>
              <a:t>–</a:t>
            </a:r>
            <a:r>
              <a:rPr lang="en-US" altLang="en-US" sz="1200" b="1">
                <a:solidFill>
                  <a:srgbClr val="005596"/>
                </a:solidFill>
                <a:ea typeface="Open Sans ExtraBold" charset="0"/>
                <a:sym typeface="Helvetica Neue Thin" charset="0"/>
              </a:rPr>
              <a:t> Give Freely</a:t>
            </a:r>
            <a:r>
              <a:rPr lang="en-US" altLang="en-US" sz="1200" b="1">
                <a:solidFill>
                  <a:srgbClr val="005596"/>
                </a:solidFill>
                <a:ea typeface="Open Sans" charset="0"/>
                <a:sym typeface="Helvetica Neue Thin" charset="0"/>
              </a:rPr>
              <a:t> </a:t>
            </a:r>
          </a:p>
          <a:p>
            <a:pPr>
              <a:spcBef>
                <a:spcPts val="175"/>
              </a:spcBef>
              <a:buClr>
                <a:srgbClr val="005596"/>
              </a:buClr>
            </a:pPr>
            <a:r>
              <a:rPr lang="en-US" altLang="en-US" sz="1200">
                <a:solidFill>
                  <a:srgbClr val="58595A"/>
                </a:solidFill>
                <a:ea typeface="Open Sans" charset="0"/>
              </a:rPr>
              <a:t>Involves thinking of others without thinking less of ourselves</a:t>
            </a:r>
            <a:endParaRPr lang="en-US" altLang="en-US" sz="1200">
              <a:solidFill>
                <a:srgbClr val="A9A9A9"/>
              </a:solidFill>
              <a:ea typeface="Open Sans" charset="0"/>
            </a:endParaRPr>
          </a:p>
          <a:p>
            <a:pPr marL="218577" lvl="1">
              <a:spcBef>
                <a:spcPts val="175"/>
              </a:spcBef>
              <a:buClr>
                <a:srgbClr val="005596"/>
              </a:buClr>
            </a:pPr>
            <a:r>
              <a:rPr lang="en-US" altLang="en-US" sz="1200">
                <a:ea typeface="Open Sans" charset="0"/>
              </a:rPr>
              <a:t>Be generous with your time, knowledge and experience</a:t>
            </a:r>
          </a:p>
          <a:p>
            <a:pPr marL="218577" lvl="1">
              <a:spcBef>
                <a:spcPts val="175"/>
              </a:spcBef>
              <a:buClr>
                <a:srgbClr val="005596"/>
              </a:buClr>
            </a:pPr>
            <a:r>
              <a:rPr lang="en-US" altLang="en-US" sz="1200">
                <a:ea typeface="Open Sans" charset="0"/>
              </a:rPr>
              <a:t>Enjoy and celebrate the achievements of others</a:t>
            </a:r>
          </a:p>
          <a:p>
            <a:pPr marL="218577" lvl="1">
              <a:spcBef>
                <a:spcPts val="175"/>
              </a:spcBef>
              <a:buClr>
                <a:srgbClr val="005596"/>
              </a:buClr>
            </a:pPr>
            <a:r>
              <a:rPr lang="en-US" altLang="en-US" sz="1200">
                <a:ea typeface="Open Sans" charset="0"/>
              </a:rPr>
              <a:t>Own the company name as if it were your own</a:t>
            </a:r>
            <a:endParaRPr lang="en-MX" sz="1200"/>
          </a:p>
          <a:p>
            <a:endParaRPr lang="en-MX" sz="1200"/>
          </a:p>
          <a:p>
            <a:endParaRPr lang="en-MX"/>
          </a:p>
          <a:p>
            <a:endParaRPr lang="en-MX"/>
          </a:p>
        </p:txBody>
      </p:sp>
    </p:spTree>
    <p:extLst>
      <p:ext uri="{BB962C8B-B14F-4D97-AF65-F5344CB8AC3E}">
        <p14:creationId xmlns:p14="http://schemas.microsoft.com/office/powerpoint/2010/main" val="2444777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A106E-478E-F9D1-D7CA-DB35872E70C2}"/>
              </a:ext>
            </a:extLst>
          </p:cNvPr>
          <p:cNvSpPr>
            <a:spLocks noGrp="1"/>
          </p:cNvSpPr>
          <p:nvPr>
            <p:ph type="title"/>
          </p:nvPr>
        </p:nvSpPr>
        <p:spPr/>
        <p:txBody>
          <a:bodyPr/>
          <a:lstStyle/>
          <a:p>
            <a:r>
              <a:rPr lang="en-MX"/>
              <a:t>Change the perception of the IT profession</a:t>
            </a:r>
          </a:p>
        </p:txBody>
      </p:sp>
      <p:sp>
        <p:nvSpPr>
          <p:cNvPr id="4" name="Text Placeholder 3">
            <a:extLst>
              <a:ext uri="{FF2B5EF4-FFF2-40B4-BE49-F238E27FC236}">
                <a16:creationId xmlns:a16="http://schemas.microsoft.com/office/drawing/2014/main" id="{063EB223-71CA-1DB0-97EB-2F2870EA3D4D}"/>
              </a:ext>
            </a:extLst>
          </p:cNvPr>
          <p:cNvSpPr>
            <a:spLocks noGrp="1"/>
          </p:cNvSpPr>
          <p:nvPr>
            <p:ph type="body" sz="quarter" idx="11"/>
          </p:nvPr>
        </p:nvSpPr>
        <p:spPr/>
        <p:txBody>
          <a:bodyPr/>
          <a:lstStyle/>
          <a:p>
            <a:r>
              <a:rPr lang="en-MX"/>
              <a:t>Our Ambition</a:t>
            </a:r>
          </a:p>
        </p:txBody>
      </p:sp>
      <p:pic>
        <p:nvPicPr>
          <p:cNvPr id="5" name="Content Placeholder 4" descr="A picture containing background pattern&#10;&#10;Description automatically generated">
            <a:extLst>
              <a:ext uri="{FF2B5EF4-FFF2-40B4-BE49-F238E27FC236}">
                <a16:creationId xmlns:a16="http://schemas.microsoft.com/office/drawing/2014/main" id="{FAD05D59-AAB0-2DCD-5B86-EA16BAF01D31}"/>
              </a:ext>
            </a:extLst>
          </p:cNvPr>
          <p:cNvPicPr>
            <a:picLocks noChangeAspect="1"/>
          </p:cNvPicPr>
          <p:nvPr/>
        </p:nvPicPr>
        <p:blipFill>
          <a:blip r:embed="rId2"/>
          <a:stretch>
            <a:fillRect/>
          </a:stretch>
        </p:blipFill>
        <p:spPr>
          <a:xfrm>
            <a:off x="2413723" y="1576388"/>
            <a:ext cx="7315200" cy="4305300"/>
          </a:xfrm>
          <a:prstGeom prst="rect">
            <a:avLst/>
          </a:prstGeom>
        </p:spPr>
      </p:pic>
    </p:spTree>
    <p:extLst>
      <p:ext uri="{BB962C8B-B14F-4D97-AF65-F5344CB8AC3E}">
        <p14:creationId xmlns:p14="http://schemas.microsoft.com/office/powerpoint/2010/main" val="1917690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8659A-9F98-F4DD-68E6-35B057A73625}"/>
              </a:ext>
            </a:extLst>
          </p:cNvPr>
          <p:cNvSpPr>
            <a:spLocks noGrp="1"/>
          </p:cNvSpPr>
          <p:nvPr>
            <p:ph type="title"/>
          </p:nvPr>
        </p:nvSpPr>
        <p:spPr/>
        <p:txBody>
          <a:bodyPr/>
          <a:lstStyle/>
          <a:p>
            <a:r>
              <a:rPr lang="en-MX"/>
              <a:t>Speed of Trust</a:t>
            </a:r>
          </a:p>
        </p:txBody>
      </p:sp>
      <p:sp>
        <p:nvSpPr>
          <p:cNvPr id="4" name="Text Placeholder 3">
            <a:extLst>
              <a:ext uri="{FF2B5EF4-FFF2-40B4-BE49-F238E27FC236}">
                <a16:creationId xmlns:a16="http://schemas.microsoft.com/office/drawing/2014/main" id="{C505E76D-EA67-63F6-432E-0076062604F5}"/>
              </a:ext>
            </a:extLst>
          </p:cNvPr>
          <p:cNvSpPr>
            <a:spLocks noGrp="1"/>
          </p:cNvSpPr>
          <p:nvPr>
            <p:ph type="body" sz="quarter" idx="11"/>
          </p:nvPr>
        </p:nvSpPr>
        <p:spPr/>
        <p:txBody>
          <a:bodyPr/>
          <a:lstStyle/>
          <a:p>
            <a:r>
              <a:rPr lang="en-MX"/>
              <a:t>Our Promise</a:t>
            </a:r>
          </a:p>
        </p:txBody>
      </p:sp>
      <p:pic>
        <p:nvPicPr>
          <p:cNvPr id="5" name="Picture 4" descr="A purple and blue circles&#10;&#10;Description automatically generated with medium confidence">
            <a:extLst>
              <a:ext uri="{FF2B5EF4-FFF2-40B4-BE49-F238E27FC236}">
                <a16:creationId xmlns:a16="http://schemas.microsoft.com/office/drawing/2014/main" id="{E5A9EFDD-663B-993D-BC09-756CCA45944C}"/>
              </a:ext>
            </a:extLst>
          </p:cNvPr>
          <p:cNvPicPr/>
          <p:nvPr/>
        </p:nvPicPr>
        <p:blipFill>
          <a:blip r:embed="rId2"/>
          <a:stretch>
            <a:fillRect/>
          </a:stretch>
        </p:blipFill>
        <p:spPr>
          <a:xfrm rot="846072">
            <a:off x="5114381" y="2008320"/>
            <a:ext cx="6359331" cy="4111636"/>
          </a:xfrm>
          <a:prstGeom prst="rect">
            <a:avLst/>
          </a:prstGeom>
        </p:spPr>
      </p:pic>
      <p:pic>
        <p:nvPicPr>
          <p:cNvPr id="6" name="Content Placeholder 5" descr="Text&#10;&#10;Description automatically generated">
            <a:extLst>
              <a:ext uri="{FF2B5EF4-FFF2-40B4-BE49-F238E27FC236}">
                <a16:creationId xmlns:a16="http://schemas.microsoft.com/office/drawing/2014/main" id="{A80BC8BF-33BF-8831-AF22-3BC068F8448A}"/>
              </a:ext>
            </a:extLst>
          </p:cNvPr>
          <p:cNvPicPr/>
          <p:nvPr/>
        </p:nvPicPr>
        <p:blipFill>
          <a:blip r:embed="rId3"/>
          <a:stretch>
            <a:fillRect/>
          </a:stretch>
        </p:blipFill>
        <p:spPr>
          <a:xfrm>
            <a:off x="6229344" y="221715"/>
            <a:ext cx="4530065" cy="5970626"/>
          </a:xfrm>
          <a:prstGeom prst="rect">
            <a:avLst/>
          </a:prstGeom>
        </p:spPr>
      </p:pic>
      <p:sp>
        <p:nvSpPr>
          <p:cNvPr id="7" name="Content Placeholder 2">
            <a:extLst>
              <a:ext uri="{FF2B5EF4-FFF2-40B4-BE49-F238E27FC236}">
                <a16:creationId xmlns:a16="http://schemas.microsoft.com/office/drawing/2014/main" id="{C35003CD-F792-78A1-F184-00505B2405A9}"/>
              </a:ext>
            </a:extLst>
          </p:cNvPr>
          <p:cNvSpPr txBox="1">
            <a:spLocks/>
          </p:cNvSpPr>
          <p:nvPr/>
        </p:nvSpPr>
        <p:spPr>
          <a:xfrm>
            <a:off x="468313" y="3173982"/>
            <a:ext cx="4530065" cy="1414583"/>
          </a:xfrm>
          <a:prstGeom prst="rect">
            <a:avLst/>
          </a:prstGeom>
        </p:spPr>
        <p:txBody>
          <a:bodyPr/>
          <a:lstStyle>
            <a:lvl1pPr marL="0" indent="0" algn="l" defTabSz="914400" rtl="0" eaLnBrk="1" latinLnBrk="0" hangingPunct="1">
              <a:lnSpc>
                <a:spcPct val="90000"/>
              </a:lnSpc>
              <a:spcBef>
                <a:spcPts val="1000"/>
              </a:spcBef>
              <a:buFontTx/>
              <a:buNone/>
              <a:defRPr sz="1600" kern="1200">
                <a:solidFill>
                  <a:schemeClr val="tx1">
                    <a:lumMod val="95000"/>
                    <a:lumOff val="5000"/>
                  </a:schemeClr>
                </a:solidFill>
                <a:latin typeface="Khula" panose="02000000000000000000" pitchFamily="2" charset="0"/>
                <a:ea typeface="+mn-ea"/>
                <a:cs typeface="Khula" panose="02000000000000000000" pitchFamily="2" charset="0"/>
              </a:defRPr>
            </a:lvl1pPr>
            <a:lvl2pPr marL="457200" indent="0" algn="l" defTabSz="914400" rtl="0" eaLnBrk="1" latinLnBrk="0" hangingPunct="1">
              <a:lnSpc>
                <a:spcPct val="90000"/>
              </a:lnSpc>
              <a:spcBef>
                <a:spcPts val="500"/>
              </a:spcBef>
              <a:buFontTx/>
              <a:buNone/>
              <a:defRPr sz="1400" kern="1200">
                <a:solidFill>
                  <a:schemeClr val="tx1">
                    <a:lumMod val="95000"/>
                    <a:lumOff val="5000"/>
                  </a:schemeClr>
                </a:solidFill>
                <a:latin typeface="Khula" panose="02000000000000000000" pitchFamily="2" charset="0"/>
                <a:ea typeface="+mn-ea"/>
                <a:cs typeface="Khula" panose="02000000000000000000" pitchFamily="2" charset="0"/>
              </a:defRPr>
            </a:lvl2pPr>
            <a:lvl3pPr marL="914400" indent="0" algn="l" defTabSz="914400" rtl="0" eaLnBrk="1" latinLnBrk="0" hangingPunct="1">
              <a:lnSpc>
                <a:spcPct val="90000"/>
              </a:lnSpc>
              <a:spcBef>
                <a:spcPts val="500"/>
              </a:spcBef>
              <a:buFontTx/>
              <a:buNone/>
              <a:defRPr sz="1200" kern="1200">
                <a:solidFill>
                  <a:schemeClr val="tx1">
                    <a:lumMod val="95000"/>
                    <a:lumOff val="5000"/>
                  </a:schemeClr>
                </a:solidFill>
                <a:latin typeface="Khula" panose="02000000000000000000" pitchFamily="2" charset="0"/>
                <a:ea typeface="+mn-ea"/>
                <a:cs typeface="Khula" panose="02000000000000000000" pitchFamily="2" charset="0"/>
              </a:defRPr>
            </a:lvl3pPr>
            <a:lvl4pPr marL="1371600" indent="0" algn="l" defTabSz="914400" rtl="0" eaLnBrk="1" latinLnBrk="0" hangingPunct="1">
              <a:lnSpc>
                <a:spcPct val="90000"/>
              </a:lnSpc>
              <a:spcBef>
                <a:spcPts val="500"/>
              </a:spcBef>
              <a:buFontTx/>
              <a:buNone/>
              <a:defRPr sz="1100" kern="1200">
                <a:solidFill>
                  <a:schemeClr val="tx1">
                    <a:lumMod val="95000"/>
                    <a:lumOff val="5000"/>
                  </a:schemeClr>
                </a:solidFill>
                <a:latin typeface="Khula" panose="02000000000000000000" pitchFamily="2" charset="0"/>
                <a:ea typeface="+mn-ea"/>
                <a:cs typeface="Khula" panose="02000000000000000000" pitchFamily="2" charset="0"/>
              </a:defRPr>
            </a:lvl4pPr>
            <a:lvl5pPr marL="1828800" indent="0" algn="l" defTabSz="914400" rtl="0" eaLnBrk="1" latinLnBrk="0" hangingPunct="1">
              <a:lnSpc>
                <a:spcPct val="90000"/>
              </a:lnSpc>
              <a:spcBef>
                <a:spcPts val="500"/>
              </a:spcBef>
              <a:buFontTx/>
              <a:buNone/>
              <a:defRPr sz="1050" kern="1200">
                <a:solidFill>
                  <a:schemeClr val="tx1">
                    <a:lumMod val="95000"/>
                    <a:lumOff val="5000"/>
                  </a:schemeClr>
                </a:solidFill>
                <a:latin typeface="Khula" panose="02000000000000000000" pitchFamily="2" charset="0"/>
                <a:ea typeface="+mn-ea"/>
                <a:cs typeface="Khula"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1200">
                <a:solidFill>
                  <a:schemeClr val="bg2">
                    <a:lumMod val="50000"/>
                  </a:schemeClr>
                </a:solidFill>
              </a:rPr>
              <a:t>There is one thing that is common to every individual, relationship, team, family, organization, nation, economy and civilization throughout the world — one thing which, if removed, will destroy the most powerful government, the most successful business, the most thriving economy, the most influential leadership, the greatest friendship, the strongest character, the deepest love.</a:t>
            </a:r>
          </a:p>
          <a:p>
            <a:endParaRPr lang="en-MX"/>
          </a:p>
        </p:txBody>
      </p:sp>
    </p:spTree>
    <p:extLst>
      <p:ext uri="{BB962C8B-B14F-4D97-AF65-F5344CB8AC3E}">
        <p14:creationId xmlns:p14="http://schemas.microsoft.com/office/powerpoint/2010/main" val="1765145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06924-BE3C-3487-FE34-6B4D12B6456B}"/>
              </a:ext>
            </a:extLst>
          </p:cNvPr>
          <p:cNvSpPr>
            <a:spLocks noGrp="1"/>
          </p:cNvSpPr>
          <p:nvPr>
            <p:ph type="title"/>
          </p:nvPr>
        </p:nvSpPr>
        <p:spPr/>
        <p:txBody>
          <a:bodyPr/>
          <a:lstStyle/>
          <a:p>
            <a:r>
              <a:rPr lang="en-MX"/>
              <a:t>Consciuos Capitalism 4 Tenets</a:t>
            </a:r>
          </a:p>
        </p:txBody>
      </p:sp>
      <p:sp>
        <p:nvSpPr>
          <p:cNvPr id="3" name="Content Placeholder 2">
            <a:extLst>
              <a:ext uri="{FF2B5EF4-FFF2-40B4-BE49-F238E27FC236}">
                <a16:creationId xmlns:a16="http://schemas.microsoft.com/office/drawing/2014/main" id="{10DB1658-91D0-118C-EEB5-3E49DE23BD8A}"/>
              </a:ext>
            </a:extLst>
          </p:cNvPr>
          <p:cNvSpPr>
            <a:spLocks noGrp="1"/>
          </p:cNvSpPr>
          <p:nvPr>
            <p:ph sz="quarter" idx="10"/>
          </p:nvPr>
        </p:nvSpPr>
        <p:spPr/>
        <p:txBody>
          <a:bodyPr/>
          <a:lstStyle/>
          <a:p>
            <a:endParaRPr lang="en-MX"/>
          </a:p>
        </p:txBody>
      </p:sp>
      <p:sp>
        <p:nvSpPr>
          <p:cNvPr id="4" name="Text Placeholder 3">
            <a:extLst>
              <a:ext uri="{FF2B5EF4-FFF2-40B4-BE49-F238E27FC236}">
                <a16:creationId xmlns:a16="http://schemas.microsoft.com/office/drawing/2014/main" id="{4D671BBE-B01D-9DE5-9F33-0992153E3C18}"/>
              </a:ext>
            </a:extLst>
          </p:cNvPr>
          <p:cNvSpPr>
            <a:spLocks noGrp="1"/>
          </p:cNvSpPr>
          <p:nvPr>
            <p:ph type="body" sz="quarter" idx="11"/>
          </p:nvPr>
        </p:nvSpPr>
        <p:spPr/>
        <p:txBody>
          <a:bodyPr/>
          <a:lstStyle/>
          <a:p>
            <a:r>
              <a:rPr lang="en-MX"/>
              <a:t>Our Philosohpy</a:t>
            </a:r>
          </a:p>
        </p:txBody>
      </p:sp>
      <p:sp>
        <p:nvSpPr>
          <p:cNvPr id="5" name="Content Placeholder 2">
            <a:extLst>
              <a:ext uri="{FF2B5EF4-FFF2-40B4-BE49-F238E27FC236}">
                <a16:creationId xmlns:a16="http://schemas.microsoft.com/office/drawing/2014/main" id="{413CF60E-1FA3-362F-6ED3-E3F56F14613D}"/>
              </a:ext>
            </a:extLst>
          </p:cNvPr>
          <p:cNvSpPr txBox="1">
            <a:spLocks/>
          </p:cNvSpPr>
          <p:nvPr/>
        </p:nvSpPr>
        <p:spPr>
          <a:xfrm>
            <a:off x="453277" y="1638938"/>
            <a:ext cx="4987942" cy="3999619"/>
          </a:xfrm>
          <a:prstGeom prst="rect">
            <a:avLst/>
          </a:prstGeom>
        </p:spPr>
        <p:txBody>
          <a:bodyPr>
            <a:normAutofit/>
          </a:bodyPr>
          <a:lstStyle>
            <a:lvl1pPr marL="0" indent="0" algn="l" defTabSz="914400" rtl="0" eaLnBrk="1" latinLnBrk="0" hangingPunct="1">
              <a:lnSpc>
                <a:spcPct val="90000"/>
              </a:lnSpc>
              <a:spcBef>
                <a:spcPts val="1000"/>
              </a:spcBef>
              <a:buFontTx/>
              <a:buNone/>
              <a:defRPr sz="1600" kern="1200">
                <a:solidFill>
                  <a:schemeClr val="tx1">
                    <a:lumMod val="95000"/>
                    <a:lumOff val="5000"/>
                  </a:schemeClr>
                </a:solidFill>
                <a:latin typeface="Khula" panose="02000000000000000000" pitchFamily="2" charset="0"/>
                <a:ea typeface="+mn-ea"/>
                <a:cs typeface="Khula" panose="02000000000000000000" pitchFamily="2" charset="0"/>
              </a:defRPr>
            </a:lvl1pPr>
            <a:lvl2pPr marL="457200" indent="0" algn="l" defTabSz="914400" rtl="0" eaLnBrk="1" latinLnBrk="0" hangingPunct="1">
              <a:lnSpc>
                <a:spcPct val="90000"/>
              </a:lnSpc>
              <a:spcBef>
                <a:spcPts val="500"/>
              </a:spcBef>
              <a:buFontTx/>
              <a:buNone/>
              <a:defRPr sz="1400" kern="1200">
                <a:solidFill>
                  <a:schemeClr val="tx1">
                    <a:lumMod val="95000"/>
                    <a:lumOff val="5000"/>
                  </a:schemeClr>
                </a:solidFill>
                <a:latin typeface="Khula" panose="02000000000000000000" pitchFamily="2" charset="0"/>
                <a:ea typeface="+mn-ea"/>
                <a:cs typeface="Khula" panose="02000000000000000000" pitchFamily="2" charset="0"/>
              </a:defRPr>
            </a:lvl2pPr>
            <a:lvl3pPr marL="914400" indent="0" algn="l" defTabSz="914400" rtl="0" eaLnBrk="1" latinLnBrk="0" hangingPunct="1">
              <a:lnSpc>
                <a:spcPct val="90000"/>
              </a:lnSpc>
              <a:spcBef>
                <a:spcPts val="500"/>
              </a:spcBef>
              <a:buFontTx/>
              <a:buNone/>
              <a:defRPr sz="1200" kern="1200">
                <a:solidFill>
                  <a:schemeClr val="tx1">
                    <a:lumMod val="95000"/>
                    <a:lumOff val="5000"/>
                  </a:schemeClr>
                </a:solidFill>
                <a:latin typeface="Khula" panose="02000000000000000000" pitchFamily="2" charset="0"/>
                <a:ea typeface="+mn-ea"/>
                <a:cs typeface="Khula" panose="02000000000000000000" pitchFamily="2" charset="0"/>
              </a:defRPr>
            </a:lvl3pPr>
            <a:lvl4pPr marL="1371600" indent="0" algn="l" defTabSz="914400" rtl="0" eaLnBrk="1" latinLnBrk="0" hangingPunct="1">
              <a:lnSpc>
                <a:spcPct val="90000"/>
              </a:lnSpc>
              <a:spcBef>
                <a:spcPts val="500"/>
              </a:spcBef>
              <a:buFontTx/>
              <a:buNone/>
              <a:defRPr sz="1100" kern="1200">
                <a:solidFill>
                  <a:schemeClr val="tx1">
                    <a:lumMod val="95000"/>
                    <a:lumOff val="5000"/>
                  </a:schemeClr>
                </a:solidFill>
                <a:latin typeface="Khula" panose="02000000000000000000" pitchFamily="2" charset="0"/>
                <a:ea typeface="+mn-ea"/>
                <a:cs typeface="Khula" panose="02000000000000000000" pitchFamily="2" charset="0"/>
              </a:defRPr>
            </a:lvl4pPr>
            <a:lvl5pPr marL="1828800" indent="0" algn="l" defTabSz="914400" rtl="0" eaLnBrk="1" latinLnBrk="0" hangingPunct="1">
              <a:lnSpc>
                <a:spcPct val="90000"/>
              </a:lnSpc>
              <a:spcBef>
                <a:spcPts val="500"/>
              </a:spcBef>
              <a:buFontTx/>
              <a:buNone/>
              <a:defRPr sz="1050" kern="1200">
                <a:solidFill>
                  <a:schemeClr val="tx1">
                    <a:lumMod val="95000"/>
                    <a:lumOff val="5000"/>
                  </a:schemeClr>
                </a:solidFill>
                <a:latin typeface="Khula" panose="02000000000000000000" pitchFamily="2" charset="0"/>
                <a:ea typeface="+mn-ea"/>
                <a:cs typeface="Khula"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 algn="just">
              <a:spcBef>
                <a:spcPts val="175"/>
              </a:spcBef>
            </a:pPr>
            <a:r>
              <a:rPr lang="en-US" altLang="en-US" sz="1200" b="1" u="sng">
                <a:solidFill>
                  <a:srgbClr val="0F7975"/>
                </a:solidFill>
                <a:ea typeface="Open Sans ExtraBold" charset="0"/>
                <a:sym typeface="Helvetica Neue Thin" charset="0"/>
              </a:rPr>
              <a:t>Purpose</a:t>
            </a:r>
            <a:r>
              <a:rPr lang="en-US" altLang="en-US" sz="1200" b="1">
                <a:solidFill>
                  <a:srgbClr val="0F7975"/>
                </a:solidFill>
                <a:ea typeface="Open Sans" charset="0"/>
                <a:sym typeface="Helvetica Neue Thin" charset="0"/>
              </a:rPr>
              <a:t>: </a:t>
            </a:r>
            <a:r>
              <a:rPr lang="en-US" altLang="en-US" sz="1200">
                <a:ea typeface="Open Sans" charset="0"/>
              </a:rPr>
              <a:t>While making money is essential for the vitality and sustainability of a business, it is not the only reason a business exists. Conscious businesses </a:t>
            </a:r>
            <a:r>
              <a:rPr lang="en-US" altLang="en-US" sz="1200" b="1">
                <a:ea typeface="Open Sans" charset="0"/>
              </a:rPr>
              <a:t>also focus on their purpose beyond profit.</a:t>
            </a:r>
            <a:r>
              <a:rPr lang="en-US" altLang="en-US" sz="1200">
                <a:ea typeface="Open Sans" charset="0"/>
              </a:rPr>
              <a:t> Purpose activates us and motivates us. </a:t>
            </a:r>
          </a:p>
          <a:p>
            <a:pPr marL="51435" algn="just">
              <a:spcBef>
                <a:spcPts val="175"/>
              </a:spcBef>
            </a:pPr>
            <a:endParaRPr lang="en-US" altLang="en-US" sz="1200">
              <a:ea typeface="Open Sans" charset="0"/>
            </a:endParaRPr>
          </a:p>
          <a:p>
            <a:pPr marL="51435" algn="just">
              <a:spcBef>
                <a:spcPts val="175"/>
              </a:spcBef>
            </a:pPr>
            <a:r>
              <a:rPr lang="en-US" sz="1200" b="1" u="sng">
                <a:solidFill>
                  <a:srgbClr val="E48736"/>
                </a:solidFill>
                <a:ea typeface="Open Sans ExtraBold" charset="0"/>
                <a:sym typeface="Helvetica Neue Thin" charset="0"/>
              </a:rPr>
              <a:t>Stakeholder</a:t>
            </a:r>
            <a:r>
              <a:rPr lang="en-US" sz="1200" b="1">
                <a:solidFill>
                  <a:srgbClr val="E48736"/>
                </a:solidFill>
                <a:ea typeface="Open Sans" charset="0"/>
                <a:sym typeface="Helvetica Neue Thin" charset="0"/>
              </a:rPr>
              <a:t>: </a:t>
            </a:r>
            <a:r>
              <a:rPr lang="en-US" sz="1200">
                <a:ea typeface="Open Sans" charset="0"/>
              </a:rPr>
              <a:t>Unlike businesses that believe their only focus is to maximize return for their shareholders, conscious businesses </a:t>
            </a:r>
            <a:r>
              <a:rPr lang="en-US" sz="1200" b="1">
                <a:ea typeface="Open Sans" charset="0"/>
              </a:rPr>
              <a:t>recognize the importance of creating value for the entire business ecosystem </a:t>
            </a:r>
            <a:r>
              <a:rPr lang="en-US" sz="1200">
                <a:ea typeface="Open Sans" charset="0"/>
              </a:rPr>
              <a:t>(employees, customers, suppliers, funders, communities, etc.)</a:t>
            </a:r>
          </a:p>
          <a:p>
            <a:pPr marL="51435" algn="just">
              <a:spcBef>
                <a:spcPts val="175"/>
              </a:spcBef>
            </a:pPr>
            <a:endParaRPr lang="en-US" sz="1200">
              <a:ea typeface="Open Sans" charset="0"/>
              <a:sym typeface="Helvetica Neue Thin" charset="0"/>
            </a:endParaRPr>
          </a:p>
          <a:p>
            <a:pPr marL="51435" algn="just">
              <a:spcBef>
                <a:spcPts val="175"/>
              </a:spcBef>
            </a:pPr>
            <a:r>
              <a:rPr lang="en-US" altLang="en-US" sz="1200" b="1" u="sng">
                <a:solidFill>
                  <a:srgbClr val="168FB2"/>
                </a:solidFill>
                <a:ea typeface="Open Sans ExtraBold" charset="0"/>
                <a:sym typeface="Helvetica Neue Thin" charset="0"/>
              </a:rPr>
              <a:t>Culture</a:t>
            </a:r>
            <a:r>
              <a:rPr lang="en-US" altLang="en-US" sz="1200" b="1">
                <a:solidFill>
                  <a:srgbClr val="168FB2"/>
                </a:solidFill>
                <a:ea typeface="Open Sans" charset="0"/>
                <a:sym typeface="Helvetica Neue Thin" charset="0"/>
              </a:rPr>
              <a:t>: </a:t>
            </a:r>
            <a:r>
              <a:rPr lang="en-US" altLang="en-US" sz="1200">
                <a:ea typeface="Open Sans" charset="0"/>
              </a:rPr>
              <a:t>Culture is the </a:t>
            </a:r>
            <a:r>
              <a:rPr lang="en-US" altLang="en-US" sz="1200" b="1">
                <a:ea typeface="Open Sans" charset="0"/>
              </a:rPr>
              <a:t>guiding principles and practices underlying the social fabric of a business.</a:t>
            </a:r>
            <a:r>
              <a:rPr lang="en-US" altLang="en-US" sz="1200">
                <a:ea typeface="Open Sans" charset="0"/>
              </a:rPr>
              <a:t> Healthy conscious cultures connect the stakeholders to each other and to the company’s purpose, people and processes.</a:t>
            </a:r>
          </a:p>
          <a:p>
            <a:pPr marL="51435" algn="just">
              <a:spcBef>
                <a:spcPts val="175"/>
              </a:spcBef>
            </a:pPr>
            <a:endParaRPr lang="en-US" altLang="en-US" sz="1200">
              <a:ea typeface="Open Sans" charset="0"/>
            </a:endParaRPr>
          </a:p>
          <a:p>
            <a:pPr marL="51435" algn="just">
              <a:spcBef>
                <a:spcPts val="175"/>
              </a:spcBef>
            </a:pPr>
            <a:r>
              <a:rPr lang="en-US" sz="1200" b="1" u="sng">
                <a:solidFill>
                  <a:srgbClr val="EA592C"/>
                </a:solidFill>
                <a:ea typeface="Open Sans ExtraBold" charset="0"/>
                <a:sym typeface="Helvetica Neue Thin" charset="0"/>
              </a:rPr>
              <a:t>Leadership</a:t>
            </a:r>
            <a:r>
              <a:rPr lang="en-US" sz="1200" b="1">
                <a:solidFill>
                  <a:srgbClr val="EA592C"/>
                </a:solidFill>
                <a:ea typeface="Open Sans" charset="0"/>
                <a:sym typeface="Helvetica Neue Thin" charset="0"/>
              </a:rPr>
              <a:t>: </a:t>
            </a:r>
            <a:r>
              <a:rPr lang="en-US" sz="1200">
                <a:ea typeface="Open Sans" charset="0"/>
                <a:sym typeface="Helvetica Neue Thin" charset="0"/>
              </a:rPr>
              <a:t>T</a:t>
            </a:r>
            <a:r>
              <a:rPr lang="en-US" sz="1200">
                <a:ea typeface="Open Sans" charset="0"/>
              </a:rPr>
              <a:t>he leaders of conscious businesses understand the integral role of culture and </a:t>
            </a:r>
            <a:r>
              <a:rPr lang="en-US" sz="1200" b="1">
                <a:ea typeface="Open Sans" charset="0"/>
              </a:rPr>
              <a:t>purposefully cultivate an environment of trust and care </a:t>
            </a:r>
            <a:r>
              <a:rPr lang="en-US" sz="1200">
                <a:ea typeface="Open Sans" charset="0"/>
              </a:rPr>
              <a:t>and serve for their entire business ecosystem.</a:t>
            </a:r>
            <a:endParaRPr lang="en-US" sz="1200">
              <a:ea typeface="Open Sans" charset="0"/>
              <a:sym typeface="Helvetica Neue Thin" charset="0"/>
            </a:endParaRPr>
          </a:p>
          <a:p>
            <a:pPr algn="just"/>
            <a:endParaRPr lang="en-MX" sz="1200"/>
          </a:p>
          <a:p>
            <a:pPr algn="just"/>
            <a:endParaRPr lang="en-MX" sz="1200"/>
          </a:p>
        </p:txBody>
      </p:sp>
      <p:pic>
        <p:nvPicPr>
          <p:cNvPr id="6" name="Picture 5" descr="A diagram of a company&#10;&#10;AI-generated content may be incorrect.">
            <a:extLst>
              <a:ext uri="{FF2B5EF4-FFF2-40B4-BE49-F238E27FC236}">
                <a16:creationId xmlns:a16="http://schemas.microsoft.com/office/drawing/2014/main" id="{33DB6B9F-FBF9-CD8D-7DA0-8833E402BE75}"/>
              </a:ext>
            </a:extLst>
          </p:cNvPr>
          <p:cNvPicPr/>
          <p:nvPr/>
        </p:nvPicPr>
        <p:blipFill>
          <a:blip r:embed="rId2"/>
          <a:stretch>
            <a:fillRect/>
          </a:stretch>
        </p:blipFill>
        <p:spPr>
          <a:xfrm>
            <a:off x="5855678" y="726831"/>
            <a:ext cx="5404338" cy="5404338"/>
          </a:xfrm>
          <a:prstGeom prst="rect">
            <a:avLst/>
          </a:prstGeom>
        </p:spPr>
      </p:pic>
    </p:spTree>
    <p:extLst>
      <p:ext uri="{BB962C8B-B14F-4D97-AF65-F5344CB8AC3E}">
        <p14:creationId xmlns:p14="http://schemas.microsoft.com/office/powerpoint/2010/main" val="1511459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B8EAD-3EB0-78E1-37B2-1098AF59DCD9}"/>
              </a:ext>
            </a:extLst>
          </p:cNvPr>
          <p:cNvSpPr>
            <a:spLocks noGrp="1"/>
          </p:cNvSpPr>
          <p:nvPr>
            <p:ph type="title"/>
          </p:nvPr>
        </p:nvSpPr>
        <p:spPr/>
        <p:txBody>
          <a:bodyPr/>
          <a:lstStyle/>
          <a:p>
            <a:r>
              <a:rPr lang="en-MX"/>
              <a:t>Stakeholder Model</a:t>
            </a:r>
          </a:p>
        </p:txBody>
      </p:sp>
      <p:sp>
        <p:nvSpPr>
          <p:cNvPr id="4" name="Text Placeholder 3">
            <a:extLst>
              <a:ext uri="{FF2B5EF4-FFF2-40B4-BE49-F238E27FC236}">
                <a16:creationId xmlns:a16="http://schemas.microsoft.com/office/drawing/2014/main" id="{C6393F73-C9BA-F078-B64A-3BD2CC2D0A4D}"/>
              </a:ext>
            </a:extLst>
          </p:cNvPr>
          <p:cNvSpPr>
            <a:spLocks noGrp="1"/>
          </p:cNvSpPr>
          <p:nvPr>
            <p:ph type="body" sz="quarter" idx="11"/>
          </p:nvPr>
        </p:nvSpPr>
        <p:spPr/>
        <p:txBody>
          <a:bodyPr/>
          <a:lstStyle/>
          <a:p>
            <a:endParaRPr lang="en-MX"/>
          </a:p>
        </p:txBody>
      </p:sp>
      <p:pic>
        <p:nvPicPr>
          <p:cNvPr id="3" name="Picture 2" descr="A diagram of company&amp;#39;s company&amp;#39;s company&amp;#39;s company&amp;#39;s company&amp;#39;s company&amp;#39;s company&amp;#39;s company&amp;#39;s company&amp;#39;s company&amp;#39;s company&amp;#39;s company&amp;#39;s&#10;&#10;AI-generated content may be incorrect.">
            <a:extLst>
              <a:ext uri="{FF2B5EF4-FFF2-40B4-BE49-F238E27FC236}">
                <a16:creationId xmlns:a16="http://schemas.microsoft.com/office/drawing/2014/main" id="{81C94B26-C9FB-4C9A-0B85-B77896769293}"/>
              </a:ext>
            </a:extLst>
          </p:cNvPr>
          <p:cNvPicPr>
            <a:picLocks noChangeAspect="1"/>
          </p:cNvPicPr>
          <p:nvPr/>
        </p:nvPicPr>
        <p:blipFill>
          <a:blip r:embed="rId2"/>
          <a:stretch>
            <a:fillRect/>
          </a:stretch>
        </p:blipFill>
        <p:spPr>
          <a:xfrm>
            <a:off x="4604186" y="-224118"/>
            <a:ext cx="7067550" cy="6858000"/>
          </a:xfrm>
          <a:prstGeom prst="rect">
            <a:avLst/>
          </a:prstGeom>
        </p:spPr>
      </p:pic>
    </p:spTree>
    <p:extLst>
      <p:ext uri="{BB962C8B-B14F-4D97-AF65-F5344CB8AC3E}">
        <p14:creationId xmlns:p14="http://schemas.microsoft.com/office/powerpoint/2010/main" val="1762462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6D172-6EA5-961E-9A63-CC0355BD8D7F}"/>
              </a:ext>
            </a:extLst>
          </p:cNvPr>
          <p:cNvSpPr>
            <a:spLocks noGrp="1"/>
          </p:cNvSpPr>
          <p:nvPr>
            <p:ph type="title"/>
          </p:nvPr>
        </p:nvSpPr>
        <p:spPr/>
        <p:txBody>
          <a:bodyPr/>
          <a:lstStyle/>
          <a:p>
            <a:r>
              <a:rPr lang="en-MX"/>
              <a:t>Improving’s Commitment</a:t>
            </a:r>
          </a:p>
        </p:txBody>
      </p:sp>
      <p:sp>
        <p:nvSpPr>
          <p:cNvPr id="4" name="Text Placeholder 3">
            <a:extLst>
              <a:ext uri="{FF2B5EF4-FFF2-40B4-BE49-F238E27FC236}">
                <a16:creationId xmlns:a16="http://schemas.microsoft.com/office/drawing/2014/main" id="{1391F001-9D43-4443-84FC-95C6149F018A}"/>
              </a:ext>
            </a:extLst>
          </p:cNvPr>
          <p:cNvSpPr>
            <a:spLocks noGrp="1"/>
          </p:cNvSpPr>
          <p:nvPr>
            <p:ph type="body" sz="quarter" idx="11"/>
          </p:nvPr>
        </p:nvSpPr>
        <p:spPr>
          <a:xfrm>
            <a:off x="468313" y="1030638"/>
            <a:ext cx="11206162" cy="1607054"/>
          </a:xfrm>
        </p:spPr>
        <p:txBody>
          <a:bodyPr>
            <a:normAutofit/>
          </a:bodyPr>
          <a:lstStyle/>
          <a:p>
            <a:r>
              <a:rPr lang="en-MX"/>
              <a:t>To our Employees for Creating a Great</a:t>
            </a:r>
          </a:p>
          <a:p>
            <a:r>
              <a:rPr lang="en-US"/>
              <a:t>P</a:t>
            </a:r>
            <a:r>
              <a:rPr lang="en-MX"/>
              <a:t>lace to Work </a:t>
            </a:r>
          </a:p>
        </p:txBody>
      </p:sp>
      <p:pic>
        <p:nvPicPr>
          <p:cNvPr id="5" name="Content Placeholder 7" descr="A picture containing text, sign, vector graphics&#10;&#10;Description automatically generated">
            <a:extLst>
              <a:ext uri="{FF2B5EF4-FFF2-40B4-BE49-F238E27FC236}">
                <a16:creationId xmlns:a16="http://schemas.microsoft.com/office/drawing/2014/main" id="{87AC8AC2-2837-C720-55BF-C1A660BDE99F}"/>
              </a:ext>
            </a:extLst>
          </p:cNvPr>
          <p:cNvPicPr>
            <a:picLocks noChangeAspect="1"/>
          </p:cNvPicPr>
          <p:nvPr/>
        </p:nvPicPr>
        <p:blipFill>
          <a:blip r:embed="rId2"/>
          <a:stretch>
            <a:fillRect/>
          </a:stretch>
        </p:blipFill>
        <p:spPr>
          <a:xfrm>
            <a:off x="5011232" y="-333376"/>
            <a:ext cx="7064375" cy="7191376"/>
          </a:xfrm>
          <a:prstGeom prst="rect">
            <a:avLst/>
          </a:prstGeom>
        </p:spPr>
      </p:pic>
    </p:spTree>
    <p:extLst>
      <p:ext uri="{BB962C8B-B14F-4D97-AF65-F5344CB8AC3E}">
        <p14:creationId xmlns:p14="http://schemas.microsoft.com/office/powerpoint/2010/main" val="3952272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E0B56-1419-C1C4-5BDC-00603113D25D}"/>
              </a:ext>
            </a:extLst>
          </p:cNvPr>
          <p:cNvSpPr>
            <a:spLocks noGrp="1"/>
          </p:cNvSpPr>
          <p:nvPr>
            <p:ph type="title"/>
          </p:nvPr>
        </p:nvSpPr>
        <p:spPr/>
        <p:txBody>
          <a:bodyPr/>
          <a:lstStyle/>
          <a:p>
            <a:endParaRPr lang="en-MX"/>
          </a:p>
        </p:txBody>
      </p:sp>
      <p:sp>
        <p:nvSpPr>
          <p:cNvPr id="4" name="Text Placeholder 3">
            <a:extLst>
              <a:ext uri="{FF2B5EF4-FFF2-40B4-BE49-F238E27FC236}">
                <a16:creationId xmlns:a16="http://schemas.microsoft.com/office/drawing/2014/main" id="{5B5C1107-4070-A8F8-B346-398785F5E996}"/>
              </a:ext>
            </a:extLst>
          </p:cNvPr>
          <p:cNvSpPr>
            <a:spLocks noGrp="1"/>
          </p:cNvSpPr>
          <p:nvPr>
            <p:ph type="body" sz="quarter" idx="11"/>
          </p:nvPr>
        </p:nvSpPr>
        <p:spPr/>
        <p:txBody>
          <a:bodyPr/>
          <a:lstStyle/>
          <a:p>
            <a:endParaRPr lang="en-MX"/>
          </a:p>
        </p:txBody>
      </p:sp>
      <p:pic>
        <p:nvPicPr>
          <p:cNvPr id="5" name="Picture 4" descr="A blue and green circle with white text&#10;&#10;Description automatically generated">
            <a:extLst>
              <a:ext uri="{FF2B5EF4-FFF2-40B4-BE49-F238E27FC236}">
                <a16:creationId xmlns:a16="http://schemas.microsoft.com/office/drawing/2014/main" id="{4E4BFAAF-BF7F-3A6A-92C4-A14A43C3D173}"/>
              </a:ext>
            </a:extLst>
          </p:cNvPr>
          <p:cNvPicPr>
            <a:picLocks noChangeAspect="1"/>
          </p:cNvPicPr>
          <p:nvPr/>
        </p:nvPicPr>
        <p:blipFill>
          <a:blip r:embed="rId2"/>
          <a:stretch>
            <a:fillRect/>
          </a:stretch>
        </p:blipFill>
        <p:spPr>
          <a:xfrm>
            <a:off x="1519604" y="1911350"/>
            <a:ext cx="2400300" cy="3035300"/>
          </a:xfrm>
          <a:prstGeom prst="rect">
            <a:avLst/>
          </a:prstGeom>
        </p:spPr>
      </p:pic>
      <p:pic>
        <p:nvPicPr>
          <p:cNvPr id="6" name="Picture 5" descr="A white rectangular object with blue edges&#10;&#10;Description automatically generated">
            <a:extLst>
              <a:ext uri="{FF2B5EF4-FFF2-40B4-BE49-F238E27FC236}">
                <a16:creationId xmlns:a16="http://schemas.microsoft.com/office/drawing/2014/main" id="{30485B2B-2523-362A-D53E-7869B372EDB2}"/>
              </a:ext>
            </a:extLst>
          </p:cNvPr>
          <p:cNvPicPr>
            <a:picLocks noChangeAspect="1"/>
          </p:cNvPicPr>
          <p:nvPr/>
        </p:nvPicPr>
        <p:blipFill>
          <a:blip r:embed="rId3"/>
          <a:stretch>
            <a:fillRect/>
          </a:stretch>
        </p:blipFill>
        <p:spPr>
          <a:xfrm>
            <a:off x="6306038" y="3892550"/>
            <a:ext cx="3517900" cy="1054100"/>
          </a:xfrm>
          <a:prstGeom prst="rect">
            <a:avLst/>
          </a:prstGeom>
        </p:spPr>
      </p:pic>
      <p:sp>
        <p:nvSpPr>
          <p:cNvPr id="7" name="TextBox 6">
            <a:extLst>
              <a:ext uri="{FF2B5EF4-FFF2-40B4-BE49-F238E27FC236}">
                <a16:creationId xmlns:a16="http://schemas.microsoft.com/office/drawing/2014/main" id="{BB940718-DB08-7181-34B0-89E3CE29F90E}"/>
              </a:ext>
            </a:extLst>
          </p:cNvPr>
          <p:cNvSpPr txBox="1"/>
          <p:nvPr/>
        </p:nvSpPr>
        <p:spPr>
          <a:xfrm>
            <a:off x="6609522" y="4234934"/>
            <a:ext cx="2683565" cy="369332"/>
          </a:xfrm>
          <a:prstGeom prst="rect">
            <a:avLst/>
          </a:prstGeom>
          <a:noFill/>
        </p:spPr>
        <p:txBody>
          <a:bodyPr wrap="square" rtlCol="0">
            <a:spAutoFit/>
          </a:bodyPr>
          <a:lstStyle/>
          <a:p>
            <a:pPr algn="ctr"/>
            <a:r>
              <a:rPr lang="en-MX" b="1">
                <a:solidFill>
                  <a:srgbClr val="4597D3"/>
                </a:solidFill>
                <a:latin typeface="Poppins" pitchFamily="2" charset="77"/>
                <a:cs typeface="Poppins" pitchFamily="2" charset="77"/>
              </a:rPr>
              <a:t>Click to edit text</a:t>
            </a:r>
          </a:p>
        </p:txBody>
      </p:sp>
      <p:sp>
        <p:nvSpPr>
          <p:cNvPr id="8" name="Text Placeholder 6">
            <a:extLst>
              <a:ext uri="{FF2B5EF4-FFF2-40B4-BE49-F238E27FC236}">
                <a16:creationId xmlns:a16="http://schemas.microsoft.com/office/drawing/2014/main" id="{7EBBAFD9-FD46-EF78-2A9C-9A52799F2E53}"/>
              </a:ext>
            </a:extLst>
          </p:cNvPr>
          <p:cNvSpPr txBox="1">
            <a:spLocks/>
          </p:cNvSpPr>
          <p:nvPr/>
        </p:nvSpPr>
        <p:spPr>
          <a:xfrm>
            <a:off x="4367213" y="2162175"/>
            <a:ext cx="5217422" cy="258762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Tx/>
              <a:buNone/>
              <a:defRPr sz="2800" b="1" i="1" kern="1200">
                <a:solidFill>
                  <a:srgbClr val="4597D3"/>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Tx/>
              <a:buNone/>
              <a:defRPr sz="1400" kern="1200">
                <a:solidFill>
                  <a:schemeClr val="tx1">
                    <a:lumMod val="95000"/>
                    <a:lumOff val="5000"/>
                  </a:schemeClr>
                </a:solidFill>
                <a:latin typeface="Khula" panose="02000000000000000000" pitchFamily="2" charset="0"/>
                <a:ea typeface="+mn-ea"/>
                <a:cs typeface="Khula" panose="02000000000000000000" pitchFamily="2" charset="0"/>
              </a:defRPr>
            </a:lvl2pPr>
            <a:lvl3pPr marL="914400" indent="0" algn="l" defTabSz="914400" rtl="0" eaLnBrk="1" latinLnBrk="0" hangingPunct="1">
              <a:lnSpc>
                <a:spcPct val="90000"/>
              </a:lnSpc>
              <a:spcBef>
                <a:spcPts val="500"/>
              </a:spcBef>
              <a:buFontTx/>
              <a:buNone/>
              <a:defRPr sz="1200" kern="1200">
                <a:solidFill>
                  <a:schemeClr val="tx1">
                    <a:lumMod val="95000"/>
                    <a:lumOff val="5000"/>
                  </a:schemeClr>
                </a:solidFill>
                <a:latin typeface="Khula" panose="02000000000000000000" pitchFamily="2" charset="0"/>
                <a:ea typeface="+mn-ea"/>
                <a:cs typeface="Khula" panose="02000000000000000000" pitchFamily="2" charset="0"/>
              </a:defRPr>
            </a:lvl3pPr>
            <a:lvl4pPr marL="1371600" indent="0" algn="l" defTabSz="914400" rtl="0" eaLnBrk="1" latinLnBrk="0" hangingPunct="1">
              <a:lnSpc>
                <a:spcPct val="90000"/>
              </a:lnSpc>
              <a:spcBef>
                <a:spcPts val="500"/>
              </a:spcBef>
              <a:buFontTx/>
              <a:buNone/>
              <a:defRPr sz="1100" kern="1200">
                <a:solidFill>
                  <a:schemeClr val="tx1">
                    <a:lumMod val="95000"/>
                    <a:lumOff val="5000"/>
                  </a:schemeClr>
                </a:solidFill>
                <a:latin typeface="Khula" panose="02000000000000000000" pitchFamily="2" charset="0"/>
                <a:ea typeface="+mn-ea"/>
                <a:cs typeface="Khula" panose="02000000000000000000" pitchFamily="2" charset="0"/>
              </a:defRPr>
            </a:lvl4pPr>
            <a:lvl5pPr marL="1828800" indent="0" algn="l" defTabSz="914400" rtl="0" eaLnBrk="1" latinLnBrk="0" hangingPunct="1">
              <a:lnSpc>
                <a:spcPct val="90000"/>
              </a:lnSpc>
              <a:spcBef>
                <a:spcPts val="500"/>
              </a:spcBef>
              <a:buFontTx/>
              <a:buNone/>
              <a:defRPr sz="1050" kern="1200">
                <a:solidFill>
                  <a:schemeClr val="tx1">
                    <a:lumMod val="95000"/>
                    <a:lumOff val="5000"/>
                  </a:schemeClr>
                </a:solidFill>
                <a:latin typeface="Khula" panose="02000000000000000000" pitchFamily="2" charset="0"/>
                <a:ea typeface="+mn-ea"/>
                <a:cs typeface="Khula"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Click to edit text</a:t>
            </a:r>
            <a:endParaRPr lang="en-MX"/>
          </a:p>
        </p:txBody>
      </p:sp>
    </p:spTree>
    <p:extLst>
      <p:ext uri="{BB962C8B-B14F-4D97-AF65-F5344CB8AC3E}">
        <p14:creationId xmlns:p14="http://schemas.microsoft.com/office/powerpoint/2010/main" val="3526358566"/>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4597D3"/>
      </a:accent1>
      <a:accent2>
        <a:srgbClr val="005596"/>
      </a:accent2>
      <a:accent3>
        <a:srgbClr val="FF9300"/>
      </a:accent3>
      <a:accent4>
        <a:srgbClr val="5BC2A7"/>
      </a:accent4>
      <a:accent5>
        <a:srgbClr val="606060"/>
      </a:accent5>
      <a:accent6>
        <a:srgbClr val="F5BB41"/>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arter - Original" id="{C9864E8A-083D-9143-A3BB-BDC8B1AF051A}" vid="{2C334C52-8F5C-594E-AFDE-17D6559B112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ec7e3bb3-4c41-4ad0-bd22-cfcb83294da6" xsi:nil="true"/>
    <lcf76f155ced4ddcb4097134ff3c332f xmlns="3d5d3f08-0b2c-40bd-a435-45d6327d0872">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341A843C3812949A5F6B27F5EC29832" ma:contentTypeVersion="11" ma:contentTypeDescription="Create a new document." ma:contentTypeScope="" ma:versionID="fccea7865305657c6d33b8297ef8721e">
  <xsd:schema xmlns:xsd="http://www.w3.org/2001/XMLSchema" xmlns:xs="http://www.w3.org/2001/XMLSchema" xmlns:p="http://schemas.microsoft.com/office/2006/metadata/properties" xmlns:ns2="3d5d3f08-0b2c-40bd-a435-45d6327d0872" xmlns:ns3="ec7e3bb3-4c41-4ad0-bd22-cfcb83294da6" targetNamespace="http://schemas.microsoft.com/office/2006/metadata/properties" ma:root="true" ma:fieldsID="b1b688b7a187d277d384d6935c342fce" ns2:_="" ns3:_="">
    <xsd:import namespace="3d5d3f08-0b2c-40bd-a435-45d6327d0872"/>
    <xsd:import namespace="ec7e3bb3-4c41-4ad0-bd22-cfcb83294da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d5d3f08-0b2c-40bd-a435-45d6327d08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03ec4b94-83e3-4fb0-b3dc-ba71559991ca"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c7e3bb3-4c41-4ad0-bd22-cfcb83294da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3e68ec2-8d76-4b7e-b581-22361f85f192}" ma:internalName="TaxCatchAll" ma:showField="CatchAllData" ma:web="ec7e3bb3-4c41-4ad0-bd22-cfcb83294d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9BAF3CD-C042-4F87-9416-C829AD0E6787}">
  <ds:schemaRefs>
    <ds:schemaRef ds:uri="http://purl.org/dc/dcmitype/"/>
    <ds:schemaRef ds:uri="http://schemas.openxmlformats.org/package/2006/metadata/core-properties"/>
    <ds:schemaRef ds:uri="http://purl.org/dc/elements/1.1/"/>
    <ds:schemaRef ds:uri="http://schemas.microsoft.com/office/infopath/2007/PartnerControls"/>
    <ds:schemaRef ds:uri="http://schemas.microsoft.com/office/2006/documentManagement/types"/>
    <ds:schemaRef ds:uri="3d5d3f08-0b2c-40bd-a435-45d6327d0872"/>
    <ds:schemaRef ds:uri="ec7e3bb3-4c41-4ad0-bd22-cfcb83294da6"/>
    <ds:schemaRef ds:uri="http://schemas.microsoft.com/office/2006/metadata/properties"/>
    <ds:schemaRef ds:uri="http://www.w3.org/XML/1998/namespace"/>
    <ds:schemaRef ds:uri="http://purl.org/dc/terms/"/>
  </ds:schemaRefs>
</ds:datastoreItem>
</file>

<file path=customXml/itemProps2.xml><?xml version="1.0" encoding="utf-8"?>
<ds:datastoreItem xmlns:ds="http://schemas.openxmlformats.org/officeDocument/2006/customXml" ds:itemID="{75B829C4-43F0-4A50-B384-B0844E4101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d5d3f08-0b2c-40bd-a435-45d6327d0872"/>
    <ds:schemaRef ds:uri="ec7e3bb3-4c41-4ad0-bd22-cfcb83294d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9CA52EB-0D60-4985-865B-EAD7D03E0EC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616</Words>
  <Application>Microsoft Macintosh PowerPoint</Application>
  <PresentationFormat>Widescreen</PresentationFormat>
  <Paragraphs>162</Paragraphs>
  <Slides>15</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15</vt:i4>
      </vt:variant>
    </vt:vector>
  </HeadingPairs>
  <TitlesOfParts>
    <vt:vector size="28" baseType="lpstr">
      <vt:lpstr>Arial</vt:lpstr>
      <vt:lpstr>Poppins ExtraBold</vt:lpstr>
      <vt:lpstr>Open Sans Extrabold</vt:lpstr>
      <vt:lpstr>Poppins SemiBold</vt:lpstr>
      <vt:lpstr>Khula</vt:lpstr>
      <vt:lpstr>Open Sans</vt:lpstr>
      <vt:lpstr>Century Gothic</vt:lpstr>
      <vt:lpstr>Calibri</vt:lpstr>
      <vt:lpstr>Khula SemiBold</vt:lpstr>
      <vt:lpstr>Poppins</vt:lpstr>
      <vt:lpstr>Open Sans Extrabold</vt:lpstr>
      <vt:lpstr>Poppins Medium</vt:lpstr>
      <vt:lpstr>Office Theme</vt:lpstr>
      <vt:lpstr>PowerPoint Presentation</vt:lpstr>
      <vt:lpstr>Improving Awards</vt:lpstr>
      <vt:lpstr>By the Numbers</vt:lpstr>
      <vt:lpstr>Our History</vt:lpstr>
      <vt:lpstr>Service Offerings</vt:lpstr>
      <vt:lpstr>Guiding Principles</vt:lpstr>
      <vt:lpstr>Improving Expertise</vt:lpstr>
      <vt:lpstr>Guiding Principles</vt:lpstr>
      <vt:lpstr>Guiding Principles</vt:lpstr>
      <vt:lpstr>Change the perception of the IT profession</vt:lpstr>
      <vt:lpstr>Speed of Trust</vt:lpstr>
      <vt:lpstr>Consciuos Capitalism 4 Tenets</vt:lpstr>
      <vt:lpstr>Stakeholder Model</vt:lpstr>
      <vt:lpstr>Improving’s Commitment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Rebeca Aguilar Rodriguez</dc:creator>
  <cp:lastModifiedBy>David O'Hara</cp:lastModifiedBy>
  <cp:revision>3</cp:revision>
  <dcterms:created xsi:type="dcterms:W3CDTF">2022-06-17T16:05:43Z</dcterms:created>
  <dcterms:modified xsi:type="dcterms:W3CDTF">2025-10-31T15:04:32Z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0x010100F341A843C3812949A5F6B27F5EC29832</vt:lpwstr>
  </property>
  <property fmtid="{D5CDD505-2E9C-101B-9397-08002B2CF9AE}" pid="3" name="MediaServiceImageTags">
    <vt:lpwstr/>
  </property>
</Properties>
</file>
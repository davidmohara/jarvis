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8" r:id="rId6"/>
    <p:sldId id="1307" r:id="rId7"/>
    <p:sldId id="1308" r:id="rId8"/>
    <p:sldId id="1309" r:id="rId9"/>
    <p:sldId id="1310" r:id="rId10"/>
    <p:sldId id="1311" r:id="rId11"/>
  </p:sldIdLst>
  <p:sldSz cx="12192000" cy="6858000"/>
  <p:notesSz cx="6858000" cy="91440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Khula" panose="02000000000000000000" pitchFamily="2" charset="0"/>
      <p:regular r:id="rId18"/>
      <p:bold r:id="rId19"/>
    </p:embeddedFont>
    <p:embeddedFont>
      <p:font typeface="Khula SemiBold" panose="02000000000000000000" pitchFamily="2" charset="0"/>
      <p:regular r:id="rId20"/>
      <p:bold r:id="rId21"/>
    </p:embeddedFont>
    <p:embeddedFont>
      <p:font typeface="Poppins" pitchFamily="2" charset="77"/>
      <p:regular r:id="rId22"/>
      <p:bold r:id="rId23"/>
      <p:italic r:id="rId24"/>
      <p:boldItalic r:id="rId25"/>
    </p:embeddedFont>
    <p:embeddedFont>
      <p:font typeface="Poppins Medium" panose="00000600000000000000" pitchFamily="2" charset="77"/>
      <p:regular r:id="rId26"/>
      <p:italic r:id="rId27"/>
    </p:embeddedFont>
    <p:embeddedFont>
      <p:font typeface="Poppins SemiBold" panose="00000700000000000000" pitchFamily="2" charset="77"/>
      <p:regular r:id="rId28"/>
      <p:bold r:id="rId29"/>
      <p:italic r:id="rId30"/>
      <p:boldItalic r:id="rId31"/>
    </p:embeddedFont>
  </p:embeddedFont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596"/>
    <a:srgbClr val="EA592C"/>
    <a:srgbClr val="168FB2"/>
    <a:srgbClr val="E48736"/>
    <a:srgbClr val="0F7975"/>
    <a:srgbClr val="4597D3"/>
    <a:srgbClr val="5CC3A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8D161-B777-F740-BC39-A0DE11B4C40D}" v="5" dt="2026-03-12T18:51:19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02"/>
    <p:restoredTop sz="82740"/>
  </p:normalViewPr>
  <p:slideViewPr>
    <p:cSldViewPr snapToGrid="0" snapToObjects="1">
      <p:cViewPr varScale="1">
        <p:scale>
          <a:sx n="86" d="100"/>
          <a:sy n="86" d="100"/>
        </p:scale>
        <p:origin x="70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O'Hara" userId="8f90669b-8651-42ab-8d95-20602fbdf8e8" providerId="ADAL" clId="{A236AE32-B983-55C9-B7CE-2378BA1C83AB}"/>
    <pc:docChg chg="undo custSel delSld modSld">
      <pc:chgData name="David O'Hara" userId="8f90669b-8651-42ab-8d95-20602fbdf8e8" providerId="ADAL" clId="{A236AE32-B983-55C9-B7CE-2378BA1C83AB}" dt="2026-03-12T18:55:56.440" v="895" actId="20577"/>
      <pc:docMkLst>
        <pc:docMk/>
      </pc:docMkLst>
      <pc:sldChg chg="modSp mod">
        <pc:chgData name="David O'Hara" userId="8f90669b-8651-42ab-8d95-20602fbdf8e8" providerId="ADAL" clId="{A236AE32-B983-55C9-B7CE-2378BA1C83AB}" dt="2026-03-11T19:55:47.718" v="186" actId="27636"/>
        <pc:sldMkLst>
          <pc:docMk/>
          <pc:sldMk cId="3735813184" sldId="256"/>
        </pc:sldMkLst>
        <pc:spChg chg="mod">
          <ac:chgData name="David O'Hara" userId="8f90669b-8651-42ab-8d95-20602fbdf8e8" providerId="ADAL" clId="{A236AE32-B983-55C9-B7CE-2378BA1C83AB}" dt="2026-03-11T19:55:47.718" v="186" actId="27636"/>
          <ac:spMkLst>
            <pc:docMk/>
            <pc:sldMk cId="3735813184" sldId="256"/>
            <ac:spMk id="6" creationId="{31ABC7C1-82AE-A75E-A847-7EA27E5931E9}"/>
          </ac:spMkLst>
        </pc:spChg>
      </pc:sldChg>
      <pc:sldChg chg="modAnim">
        <pc:chgData name="David O'Hara" userId="8f90669b-8651-42ab-8d95-20602fbdf8e8" providerId="ADAL" clId="{A236AE32-B983-55C9-B7CE-2378BA1C83AB}" dt="2026-03-11T19:54:35.278" v="175"/>
        <pc:sldMkLst>
          <pc:docMk/>
          <pc:sldMk cId="4065629158" sldId="268"/>
        </pc:sldMkLst>
      </pc:sldChg>
      <pc:sldChg chg="modSp mod">
        <pc:chgData name="David O'Hara" userId="8f90669b-8651-42ab-8d95-20602fbdf8e8" providerId="ADAL" clId="{A236AE32-B983-55C9-B7CE-2378BA1C83AB}" dt="2026-03-12T18:55:56.440" v="895" actId="20577"/>
        <pc:sldMkLst>
          <pc:docMk/>
          <pc:sldMk cId="1828196268" sldId="1307"/>
        </pc:sldMkLst>
        <pc:spChg chg="mod">
          <ac:chgData name="David O'Hara" userId="8f90669b-8651-42ab-8d95-20602fbdf8e8" providerId="ADAL" clId="{A236AE32-B983-55C9-B7CE-2378BA1C83AB}" dt="2026-03-12T18:55:56.440" v="895" actId="20577"/>
          <ac:spMkLst>
            <pc:docMk/>
            <pc:sldMk cId="1828196268" sldId="1307"/>
            <ac:spMk id="2" creationId="{D563A7DC-D167-0C8E-449D-4B1D7D3579D6}"/>
          </ac:spMkLst>
        </pc:spChg>
        <pc:spChg chg="mod">
          <ac:chgData name="David O'Hara" userId="8f90669b-8651-42ab-8d95-20602fbdf8e8" providerId="ADAL" clId="{A236AE32-B983-55C9-B7CE-2378BA1C83AB}" dt="2026-03-12T16:22:35.168" v="832" actId="20577"/>
          <ac:spMkLst>
            <pc:docMk/>
            <pc:sldMk cId="1828196268" sldId="1307"/>
            <ac:spMk id="3" creationId="{E1AEA305-7152-B40E-B6AC-57DD03D4A858}"/>
          </ac:spMkLst>
        </pc:spChg>
      </pc:sldChg>
      <pc:sldChg chg="addSp delSp modSp mod modClrScheme chgLayout">
        <pc:chgData name="David O'Hara" userId="8f90669b-8651-42ab-8d95-20602fbdf8e8" providerId="ADAL" clId="{A236AE32-B983-55C9-B7CE-2378BA1C83AB}" dt="2026-03-12T18:51:42.551" v="863" actId="20577"/>
        <pc:sldMkLst>
          <pc:docMk/>
          <pc:sldMk cId="1828196268" sldId="1308"/>
        </pc:sldMkLst>
        <pc:spChg chg="mod">
          <ac:chgData name="David O'Hara" userId="8f90669b-8651-42ab-8d95-20602fbdf8e8" providerId="ADAL" clId="{A236AE32-B983-55C9-B7CE-2378BA1C83AB}" dt="2026-03-12T18:51:18.820" v="852" actId="26606"/>
          <ac:spMkLst>
            <pc:docMk/>
            <pc:sldMk cId="1828196268" sldId="1308"/>
            <ac:spMk id="2" creationId="{D563A7DC-D167-0C8E-449D-4B1D7D3579D6}"/>
          </ac:spMkLst>
        </pc:spChg>
        <pc:spChg chg="add del mod">
          <ac:chgData name="David O'Hara" userId="8f90669b-8651-42ab-8d95-20602fbdf8e8" providerId="ADAL" clId="{A236AE32-B983-55C9-B7CE-2378BA1C83AB}" dt="2026-03-12T18:51:42.551" v="863" actId="20577"/>
          <ac:spMkLst>
            <pc:docMk/>
            <pc:sldMk cId="1828196268" sldId="1308"/>
            <ac:spMk id="3" creationId="{E1AEA305-7152-B40E-B6AC-57DD03D4A858}"/>
          </ac:spMkLst>
        </pc:spChg>
        <pc:spChg chg="add del mod">
          <ac:chgData name="David O'Hara" userId="8f90669b-8651-42ab-8d95-20602fbdf8e8" providerId="ADAL" clId="{A236AE32-B983-55C9-B7CE-2378BA1C83AB}" dt="2026-03-12T18:51:08.140" v="848" actId="26606"/>
          <ac:spMkLst>
            <pc:docMk/>
            <pc:sldMk cId="1828196268" sldId="1308"/>
            <ac:spMk id="13" creationId="{1D04A46F-9432-F084-746C-68D3D0C30FA7}"/>
          </ac:spMkLst>
        </pc:spChg>
        <pc:spChg chg="add del mod">
          <ac:chgData name="David O'Hara" userId="8f90669b-8651-42ab-8d95-20602fbdf8e8" providerId="ADAL" clId="{A236AE32-B983-55C9-B7CE-2378BA1C83AB}" dt="2026-03-12T18:51:18.820" v="852" actId="26606"/>
          <ac:spMkLst>
            <pc:docMk/>
            <pc:sldMk cId="1828196268" sldId="1308"/>
            <ac:spMk id="15" creationId="{0C854A90-F560-2877-4742-A3DCE8DB8D17}"/>
          </ac:spMkLst>
        </pc:spChg>
        <pc:picChg chg="add del mod">
          <ac:chgData name="David O'Hara" userId="8f90669b-8651-42ab-8d95-20602fbdf8e8" providerId="ADAL" clId="{A236AE32-B983-55C9-B7CE-2378BA1C83AB}" dt="2026-03-12T18:49:56.555" v="837" actId="478"/>
          <ac:picMkLst>
            <pc:docMk/>
            <pc:sldMk cId="1828196268" sldId="1308"/>
            <ac:picMk id="5" creationId="{0A448667-6F96-F6B2-DFD2-2DC887C6DEC8}"/>
          </ac:picMkLst>
        </pc:picChg>
        <pc:picChg chg="add del mod">
          <ac:chgData name="David O'Hara" userId="8f90669b-8651-42ab-8d95-20602fbdf8e8" providerId="ADAL" clId="{A236AE32-B983-55C9-B7CE-2378BA1C83AB}" dt="2026-03-12T18:51:33.395" v="856" actId="1076"/>
          <ac:picMkLst>
            <pc:docMk/>
            <pc:sldMk cId="1828196268" sldId="1308"/>
            <ac:picMk id="7" creationId="{3D5F24C5-709C-B825-4866-72A25A929380}"/>
          </ac:picMkLst>
        </pc:picChg>
        <pc:picChg chg="add mod">
          <ac:chgData name="David O'Hara" userId="8f90669b-8651-42ab-8d95-20602fbdf8e8" providerId="ADAL" clId="{A236AE32-B983-55C9-B7CE-2378BA1C83AB}" dt="2026-03-12T18:51:19.321" v="853"/>
          <ac:picMkLst>
            <pc:docMk/>
            <pc:sldMk cId="1828196268" sldId="1308"/>
            <ac:picMk id="8" creationId="{92B5D1A7-6A02-8139-0506-52BA5AB86616}"/>
          </ac:picMkLst>
        </pc:picChg>
      </pc:sldChg>
      <pc:sldChg chg="addSp modSp mod">
        <pc:chgData name="David O'Hara" userId="8f90669b-8651-42ab-8d95-20602fbdf8e8" providerId="ADAL" clId="{A236AE32-B983-55C9-B7CE-2378BA1C83AB}" dt="2026-03-12T18:52:33.841" v="873" actId="20577"/>
        <pc:sldMkLst>
          <pc:docMk/>
          <pc:sldMk cId="1828196268" sldId="1309"/>
        </pc:sldMkLst>
        <pc:spChg chg="mod">
          <ac:chgData name="David O'Hara" userId="8f90669b-8651-42ab-8d95-20602fbdf8e8" providerId="ADAL" clId="{A236AE32-B983-55C9-B7CE-2378BA1C83AB}" dt="2026-03-11T20:05:44.699" v="467" actId="20577"/>
          <ac:spMkLst>
            <pc:docMk/>
            <pc:sldMk cId="1828196268" sldId="1309"/>
            <ac:spMk id="2" creationId="{D563A7DC-D167-0C8E-449D-4B1D7D3579D6}"/>
          </ac:spMkLst>
        </pc:spChg>
        <pc:spChg chg="mod">
          <ac:chgData name="David O'Hara" userId="8f90669b-8651-42ab-8d95-20602fbdf8e8" providerId="ADAL" clId="{A236AE32-B983-55C9-B7CE-2378BA1C83AB}" dt="2026-03-12T18:52:33.841" v="873" actId="20577"/>
          <ac:spMkLst>
            <pc:docMk/>
            <pc:sldMk cId="1828196268" sldId="1309"/>
            <ac:spMk id="3" creationId="{E1AEA305-7152-B40E-B6AC-57DD03D4A858}"/>
          </ac:spMkLst>
        </pc:spChg>
        <pc:picChg chg="add mod">
          <ac:chgData name="David O'Hara" userId="8f90669b-8651-42ab-8d95-20602fbdf8e8" providerId="ADAL" clId="{A236AE32-B983-55C9-B7CE-2378BA1C83AB}" dt="2026-03-12T18:52:26.872" v="867" actId="1076"/>
          <ac:picMkLst>
            <pc:docMk/>
            <pc:sldMk cId="1828196268" sldId="1309"/>
            <ac:picMk id="5" creationId="{D7D63207-CF1D-36A3-8FEE-B45446EB1E54}"/>
          </ac:picMkLst>
        </pc:picChg>
      </pc:sldChg>
      <pc:sldChg chg="modSp mod">
        <pc:chgData name="David O'Hara" userId="8f90669b-8651-42ab-8d95-20602fbdf8e8" providerId="ADAL" clId="{A236AE32-B983-55C9-B7CE-2378BA1C83AB}" dt="2026-03-11T20:05:48.217" v="474" actId="20577"/>
        <pc:sldMkLst>
          <pc:docMk/>
          <pc:sldMk cId="1828196268" sldId="1310"/>
        </pc:sldMkLst>
        <pc:spChg chg="mod">
          <ac:chgData name="David O'Hara" userId="8f90669b-8651-42ab-8d95-20602fbdf8e8" providerId="ADAL" clId="{A236AE32-B983-55C9-B7CE-2378BA1C83AB}" dt="2026-03-11T20:05:48.217" v="474" actId="20577"/>
          <ac:spMkLst>
            <pc:docMk/>
            <pc:sldMk cId="1828196268" sldId="1310"/>
            <ac:spMk id="2" creationId="{D563A7DC-D167-0C8E-449D-4B1D7D3579D6}"/>
          </ac:spMkLst>
        </pc:spChg>
        <pc:spChg chg="mod">
          <ac:chgData name="David O'Hara" userId="8f90669b-8651-42ab-8d95-20602fbdf8e8" providerId="ADAL" clId="{A236AE32-B983-55C9-B7CE-2378BA1C83AB}" dt="2026-03-11T20:03:12.077" v="440" actId="20577"/>
          <ac:spMkLst>
            <pc:docMk/>
            <pc:sldMk cId="1828196268" sldId="1310"/>
            <ac:spMk id="3" creationId="{E1AEA305-7152-B40E-B6AC-57DD03D4A858}"/>
          </ac:spMkLst>
        </pc:spChg>
      </pc:sldChg>
      <pc:sldChg chg="modSp mod">
        <pc:chgData name="David O'Hara" userId="8f90669b-8651-42ab-8d95-20602fbdf8e8" providerId="ADAL" clId="{A236AE32-B983-55C9-B7CE-2378BA1C83AB}" dt="2026-03-11T20:08:15.946" v="603" actId="20577"/>
        <pc:sldMkLst>
          <pc:docMk/>
          <pc:sldMk cId="1828196268" sldId="1311"/>
        </pc:sldMkLst>
        <pc:spChg chg="mod">
          <ac:chgData name="David O'Hara" userId="8f90669b-8651-42ab-8d95-20602fbdf8e8" providerId="ADAL" clId="{A236AE32-B983-55C9-B7CE-2378BA1C83AB}" dt="2026-03-11T20:05:53.183" v="481" actId="20577"/>
          <ac:spMkLst>
            <pc:docMk/>
            <pc:sldMk cId="1828196268" sldId="1311"/>
            <ac:spMk id="2" creationId="{D563A7DC-D167-0C8E-449D-4B1D7D3579D6}"/>
          </ac:spMkLst>
        </pc:spChg>
        <pc:spChg chg="mod">
          <ac:chgData name="David O'Hara" userId="8f90669b-8651-42ab-8d95-20602fbdf8e8" providerId="ADAL" clId="{A236AE32-B983-55C9-B7CE-2378BA1C83AB}" dt="2026-03-11T20:08:15.946" v="603" actId="20577"/>
          <ac:spMkLst>
            <pc:docMk/>
            <pc:sldMk cId="1828196268" sldId="1311"/>
            <ac:spMk id="3" creationId="{E1AEA305-7152-B40E-B6AC-57DD03D4A858}"/>
          </ac:spMkLst>
        </pc:spChg>
      </pc:sldChg>
      <pc:sldChg chg="del">
        <pc:chgData name="David O'Hara" userId="8f90669b-8651-42ab-8d95-20602fbdf8e8" providerId="ADAL" clId="{A236AE32-B983-55C9-B7CE-2378BA1C83AB}" dt="2026-03-12T16:22:45.442" v="833" actId="2696"/>
        <pc:sldMkLst>
          <pc:docMk/>
          <pc:sldMk cId="1828196268" sldId="131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7A4282-3F07-472A-BB19-08DB14ECEC1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934B8FF-BFDB-4DC5-B642-B69B475D2028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Focused Growth</a:t>
          </a:r>
        </a:p>
      </dgm:t>
    </dgm:pt>
    <dgm:pt modelId="{485D3635-6192-425A-82F2-1F87443B5F2A}" type="parTrans" cxnId="{73245FB9-B98C-465A-977C-FA273016787B}">
      <dgm:prSet/>
      <dgm:spPr/>
      <dgm:t>
        <a:bodyPr/>
        <a:lstStyle/>
        <a:p>
          <a:endParaRPr lang="en-US"/>
        </a:p>
      </dgm:t>
    </dgm:pt>
    <dgm:pt modelId="{ACCF3A73-E988-476B-9357-CAC35D1F2C49}" type="sibTrans" cxnId="{73245FB9-B98C-465A-977C-FA273016787B}">
      <dgm:prSet/>
      <dgm:spPr/>
      <dgm:t>
        <a:bodyPr/>
        <a:lstStyle/>
        <a:p>
          <a:endParaRPr lang="en-US"/>
        </a:p>
      </dgm:t>
    </dgm:pt>
    <dgm:pt modelId="{3B30E0FB-A117-424D-A86E-F7766CB998B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Connected Partnerships</a:t>
          </a:r>
        </a:p>
      </dgm:t>
    </dgm:pt>
    <dgm:pt modelId="{D918474E-D7BC-4CF7-BECE-15274E06E2DB}" type="parTrans" cxnId="{42C16572-F42C-4F4A-A2C0-D96BAC8CE672}">
      <dgm:prSet/>
      <dgm:spPr/>
      <dgm:t>
        <a:bodyPr/>
        <a:lstStyle/>
        <a:p>
          <a:endParaRPr lang="en-US"/>
        </a:p>
      </dgm:t>
    </dgm:pt>
    <dgm:pt modelId="{A460535D-94F1-4D0B-AA22-31E736A59C17}" type="sibTrans" cxnId="{42C16572-F42C-4F4A-A2C0-D96BAC8CE672}">
      <dgm:prSet/>
      <dgm:spPr/>
      <dgm:t>
        <a:bodyPr/>
        <a:lstStyle/>
        <a:p>
          <a:endParaRPr lang="en-US"/>
        </a:p>
      </dgm:t>
    </dgm:pt>
    <dgm:pt modelId="{A3E68BF4-C8C0-4645-A21B-9FC311ABCAA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Market Impact</a:t>
          </a:r>
        </a:p>
      </dgm:t>
    </dgm:pt>
    <dgm:pt modelId="{08EF7816-DEA7-437F-9715-D5F5ADD18D1F}" type="parTrans" cxnId="{3D7BB300-2261-4AA5-B7C8-464AF2C16058}">
      <dgm:prSet/>
      <dgm:spPr/>
      <dgm:t>
        <a:bodyPr/>
        <a:lstStyle/>
        <a:p>
          <a:endParaRPr lang="en-US"/>
        </a:p>
      </dgm:t>
    </dgm:pt>
    <dgm:pt modelId="{7F879BD5-F4A8-43B8-80B6-82E0C9F89BE0}" type="sibTrans" cxnId="{3D7BB300-2261-4AA5-B7C8-464AF2C16058}">
      <dgm:prSet/>
      <dgm:spPr/>
      <dgm:t>
        <a:bodyPr/>
        <a:lstStyle/>
        <a:p>
          <a:endParaRPr lang="en-US"/>
        </a:p>
      </dgm:t>
    </dgm:pt>
    <dgm:pt modelId="{BC5D34C7-02A6-46FF-BDE4-4F1B6EF5E94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Collective Excellence</a:t>
          </a:r>
        </a:p>
      </dgm:t>
    </dgm:pt>
    <dgm:pt modelId="{E426CB8C-9E4A-47BE-94E2-9A59BD450504}" type="parTrans" cxnId="{10CC6F28-E4B1-4053-91F4-4944B89A6F31}">
      <dgm:prSet/>
      <dgm:spPr/>
      <dgm:t>
        <a:bodyPr/>
        <a:lstStyle/>
        <a:p>
          <a:endParaRPr lang="en-US"/>
        </a:p>
      </dgm:t>
    </dgm:pt>
    <dgm:pt modelId="{8D6EFB22-F376-416B-A8A6-E9D863A4C452}" type="sibTrans" cxnId="{10CC6F28-E4B1-4053-91F4-4944B89A6F31}">
      <dgm:prSet/>
      <dgm:spPr/>
      <dgm:t>
        <a:bodyPr/>
        <a:lstStyle/>
        <a:p>
          <a:endParaRPr lang="en-US"/>
        </a:p>
      </dgm:t>
    </dgm:pt>
    <dgm:pt modelId="{19A742EA-1331-44E9-BE52-0CD75226430E}" type="pres">
      <dgm:prSet presAssocID="{2D7A4282-3F07-472A-BB19-08DB14ECEC13}" presName="root" presStyleCnt="0">
        <dgm:presLayoutVars>
          <dgm:dir/>
          <dgm:resizeHandles val="exact"/>
        </dgm:presLayoutVars>
      </dgm:prSet>
      <dgm:spPr/>
    </dgm:pt>
    <dgm:pt modelId="{CBC216F1-C0F9-4FAB-B14F-CC3B40521505}" type="pres">
      <dgm:prSet presAssocID="{7934B8FF-BFDB-4DC5-B642-B69B475D2028}" presName="compNode" presStyleCnt="0"/>
      <dgm:spPr/>
    </dgm:pt>
    <dgm:pt modelId="{589BF0B2-311A-42E7-9B81-8D0A680DC901}" type="pres">
      <dgm:prSet presAssocID="{7934B8FF-BFDB-4DC5-B642-B69B475D2028}" presName="iconBgRect" presStyleLbl="bgShp" presStyleIdx="0" presStyleCnt="4"/>
      <dgm:spPr/>
    </dgm:pt>
    <dgm:pt modelId="{98401D08-B090-41F7-BAD8-2FCA5B3C3682}" type="pres">
      <dgm:prSet presAssocID="{7934B8FF-BFDB-4DC5-B642-B69B475D202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A9075F8-B84B-42EC-ADC2-372A31710AF5}" type="pres">
      <dgm:prSet presAssocID="{7934B8FF-BFDB-4DC5-B642-B69B475D2028}" presName="spaceRect" presStyleCnt="0"/>
      <dgm:spPr/>
    </dgm:pt>
    <dgm:pt modelId="{58D3531A-B16A-460C-88C7-71FA26BE465B}" type="pres">
      <dgm:prSet presAssocID="{7934B8FF-BFDB-4DC5-B642-B69B475D2028}" presName="textRect" presStyleLbl="revTx" presStyleIdx="0" presStyleCnt="4" custLinFactNeighborX="-842" custLinFactNeighborY="-39558">
        <dgm:presLayoutVars>
          <dgm:chMax val="1"/>
          <dgm:chPref val="1"/>
        </dgm:presLayoutVars>
      </dgm:prSet>
      <dgm:spPr/>
    </dgm:pt>
    <dgm:pt modelId="{246CCB43-EC0D-4709-88EB-2F95E02CB00A}" type="pres">
      <dgm:prSet presAssocID="{ACCF3A73-E988-476B-9357-CAC35D1F2C49}" presName="sibTrans" presStyleCnt="0"/>
      <dgm:spPr/>
    </dgm:pt>
    <dgm:pt modelId="{18ED996C-F607-4A61-8BCF-114CABD15D01}" type="pres">
      <dgm:prSet presAssocID="{3B30E0FB-A117-424D-A86E-F7766CB998BC}" presName="compNode" presStyleCnt="0"/>
      <dgm:spPr/>
    </dgm:pt>
    <dgm:pt modelId="{CCF54E3B-B5C1-4EC2-B6B1-7B29F7577B9E}" type="pres">
      <dgm:prSet presAssocID="{3B30E0FB-A117-424D-A86E-F7766CB998BC}" presName="iconBgRect" presStyleLbl="bgShp" presStyleIdx="1" presStyleCnt="4"/>
      <dgm:spPr/>
    </dgm:pt>
    <dgm:pt modelId="{F7ECE610-B313-4A5D-9F04-715E8AE3C69F}" type="pres">
      <dgm:prSet presAssocID="{3B30E0FB-A117-424D-A86E-F7766CB998B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A0580A2-4627-426B-BF38-436538F0523D}" type="pres">
      <dgm:prSet presAssocID="{3B30E0FB-A117-424D-A86E-F7766CB998BC}" presName="spaceRect" presStyleCnt="0"/>
      <dgm:spPr/>
    </dgm:pt>
    <dgm:pt modelId="{1F64C589-10CD-4DFE-887C-A8AB44F9EE87}" type="pres">
      <dgm:prSet presAssocID="{3B30E0FB-A117-424D-A86E-F7766CB998BC}" presName="textRect" presStyleLbl="revTx" presStyleIdx="1" presStyleCnt="4" custLinFactNeighborY="-37889">
        <dgm:presLayoutVars>
          <dgm:chMax val="1"/>
          <dgm:chPref val="1"/>
        </dgm:presLayoutVars>
      </dgm:prSet>
      <dgm:spPr/>
    </dgm:pt>
    <dgm:pt modelId="{CF189FA9-8B0C-4C51-B526-EDC69DEBE8B8}" type="pres">
      <dgm:prSet presAssocID="{A460535D-94F1-4D0B-AA22-31E736A59C17}" presName="sibTrans" presStyleCnt="0"/>
      <dgm:spPr/>
    </dgm:pt>
    <dgm:pt modelId="{38677386-6052-4AE3-9500-CC4CFA1AF9F1}" type="pres">
      <dgm:prSet presAssocID="{A3E68BF4-C8C0-4645-A21B-9FC311ABCAAC}" presName="compNode" presStyleCnt="0"/>
      <dgm:spPr/>
    </dgm:pt>
    <dgm:pt modelId="{2CE658D9-88AB-4AD7-8B81-87CFCEFF3CBF}" type="pres">
      <dgm:prSet presAssocID="{A3E68BF4-C8C0-4645-A21B-9FC311ABCAAC}" presName="iconBgRect" presStyleLbl="bgShp" presStyleIdx="2" presStyleCnt="4"/>
      <dgm:spPr/>
    </dgm:pt>
    <dgm:pt modelId="{83F89C13-5AD2-4BF7-9CD3-5808A2FA293C}" type="pres">
      <dgm:prSet presAssocID="{A3E68BF4-C8C0-4645-A21B-9FC311ABCAAC}" presName="iconRect" presStyleLbl="node1" presStyleIdx="2" presStyleCnt="4"/>
      <dgm:spPr>
        <a:blipFill>
          <a:blip xmlns:r="http://schemas.openxmlformats.org/officeDocument/2006/relationships"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ln>
          <a:noFill/>
        </a:ln>
      </dgm:spPr>
    </dgm:pt>
    <dgm:pt modelId="{80957B12-900B-4400-8499-65FBEE8DA449}" type="pres">
      <dgm:prSet presAssocID="{A3E68BF4-C8C0-4645-A21B-9FC311ABCAAC}" presName="spaceRect" presStyleCnt="0"/>
      <dgm:spPr/>
    </dgm:pt>
    <dgm:pt modelId="{5E946F1B-32A5-4BB8-99AF-4E7EE89E8EB1}" type="pres">
      <dgm:prSet presAssocID="{A3E68BF4-C8C0-4645-A21B-9FC311ABCAAC}" presName="textRect" presStyleLbl="revTx" presStyleIdx="2" presStyleCnt="4" custLinFactNeighborY="-14733">
        <dgm:presLayoutVars>
          <dgm:chMax val="1"/>
          <dgm:chPref val="1"/>
        </dgm:presLayoutVars>
      </dgm:prSet>
      <dgm:spPr/>
    </dgm:pt>
    <dgm:pt modelId="{2621E0A2-B9F0-4283-8F05-B850FC5F7CE8}" type="pres">
      <dgm:prSet presAssocID="{7F879BD5-F4A8-43B8-80B6-82E0C9F89BE0}" presName="sibTrans" presStyleCnt="0"/>
      <dgm:spPr/>
    </dgm:pt>
    <dgm:pt modelId="{896EDF17-71E2-4B29-8D2F-465B92487A2D}" type="pres">
      <dgm:prSet presAssocID="{BC5D34C7-02A6-46FF-BDE4-4F1B6EF5E941}" presName="compNode" presStyleCnt="0"/>
      <dgm:spPr/>
    </dgm:pt>
    <dgm:pt modelId="{4A60ADEA-D248-4F6F-AE0D-31BF65ECA01F}" type="pres">
      <dgm:prSet presAssocID="{BC5D34C7-02A6-46FF-BDE4-4F1B6EF5E941}" presName="iconBgRect" presStyleLbl="bgShp" presStyleIdx="3" presStyleCnt="4"/>
      <dgm:spPr/>
    </dgm:pt>
    <dgm:pt modelId="{21248B8E-BD48-4524-8FE1-8074BBF3B2E7}" type="pres">
      <dgm:prSet presAssocID="{BC5D34C7-02A6-46FF-BDE4-4F1B6EF5E941}" presName="iconRect" presStyleLbl="node1" presStyleIdx="3" presStyleCnt="4"/>
      <dgm:spPr>
        <a:blipFill>
          <a:blip xmlns:r="http://schemas.openxmlformats.org/officeDocument/2006/relationships"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ln>
          <a:noFill/>
        </a:ln>
      </dgm:spPr>
    </dgm:pt>
    <dgm:pt modelId="{0FEAFDFB-EAEC-4C16-A34F-1E545756F8D3}" type="pres">
      <dgm:prSet presAssocID="{BC5D34C7-02A6-46FF-BDE4-4F1B6EF5E941}" presName="spaceRect" presStyleCnt="0"/>
      <dgm:spPr/>
    </dgm:pt>
    <dgm:pt modelId="{2C562337-1275-4AFE-BA0A-B0C0CFCB2C43}" type="pres">
      <dgm:prSet presAssocID="{BC5D34C7-02A6-46FF-BDE4-4F1B6EF5E941}" presName="textRect" presStyleLbl="revTx" presStyleIdx="3" presStyleCnt="4" custLinFactNeighborY="-33678">
        <dgm:presLayoutVars>
          <dgm:chMax val="1"/>
          <dgm:chPref val="1"/>
        </dgm:presLayoutVars>
      </dgm:prSet>
      <dgm:spPr/>
    </dgm:pt>
  </dgm:ptLst>
  <dgm:cxnLst>
    <dgm:cxn modelId="{3D7BB300-2261-4AA5-B7C8-464AF2C16058}" srcId="{2D7A4282-3F07-472A-BB19-08DB14ECEC13}" destId="{A3E68BF4-C8C0-4645-A21B-9FC311ABCAAC}" srcOrd="2" destOrd="0" parTransId="{08EF7816-DEA7-437F-9715-D5F5ADD18D1F}" sibTransId="{7F879BD5-F4A8-43B8-80B6-82E0C9F89BE0}"/>
    <dgm:cxn modelId="{10CC6F28-E4B1-4053-91F4-4944B89A6F31}" srcId="{2D7A4282-3F07-472A-BB19-08DB14ECEC13}" destId="{BC5D34C7-02A6-46FF-BDE4-4F1B6EF5E941}" srcOrd="3" destOrd="0" parTransId="{E426CB8C-9E4A-47BE-94E2-9A59BD450504}" sibTransId="{8D6EFB22-F376-416B-A8A6-E9D863A4C452}"/>
    <dgm:cxn modelId="{3EF69331-BF3F-7747-9923-94544E0B69C0}" type="presOf" srcId="{2D7A4282-3F07-472A-BB19-08DB14ECEC13}" destId="{19A742EA-1331-44E9-BE52-0CD75226430E}" srcOrd="0" destOrd="0" presId="urn:microsoft.com/office/officeart/2018/5/layout/IconCircleLabelList"/>
    <dgm:cxn modelId="{69ACF34E-CA49-BC40-AC5B-C52039FC6061}" type="presOf" srcId="{BC5D34C7-02A6-46FF-BDE4-4F1B6EF5E941}" destId="{2C562337-1275-4AFE-BA0A-B0C0CFCB2C43}" srcOrd="0" destOrd="0" presId="urn:microsoft.com/office/officeart/2018/5/layout/IconCircleLabelList"/>
    <dgm:cxn modelId="{42C16572-F42C-4F4A-A2C0-D96BAC8CE672}" srcId="{2D7A4282-3F07-472A-BB19-08DB14ECEC13}" destId="{3B30E0FB-A117-424D-A86E-F7766CB998BC}" srcOrd="1" destOrd="0" parTransId="{D918474E-D7BC-4CF7-BECE-15274E06E2DB}" sibTransId="{A460535D-94F1-4D0B-AA22-31E736A59C17}"/>
    <dgm:cxn modelId="{95AF1778-A00A-FE4A-B9D2-A208EE71CD85}" type="presOf" srcId="{3B30E0FB-A117-424D-A86E-F7766CB998BC}" destId="{1F64C589-10CD-4DFE-887C-A8AB44F9EE87}" srcOrd="0" destOrd="0" presId="urn:microsoft.com/office/officeart/2018/5/layout/IconCircleLabelList"/>
    <dgm:cxn modelId="{73245FB9-B98C-465A-977C-FA273016787B}" srcId="{2D7A4282-3F07-472A-BB19-08DB14ECEC13}" destId="{7934B8FF-BFDB-4DC5-B642-B69B475D2028}" srcOrd="0" destOrd="0" parTransId="{485D3635-6192-425A-82F2-1F87443B5F2A}" sibTransId="{ACCF3A73-E988-476B-9357-CAC35D1F2C49}"/>
    <dgm:cxn modelId="{6C49B1BD-522C-8F4E-96F3-0558CF8681E8}" type="presOf" srcId="{7934B8FF-BFDB-4DC5-B642-B69B475D2028}" destId="{58D3531A-B16A-460C-88C7-71FA26BE465B}" srcOrd="0" destOrd="0" presId="urn:microsoft.com/office/officeart/2018/5/layout/IconCircleLabelList"/>
    <dgm:cxn modelId="{584CB6C5-7249-FB45-8AF0-C39FB87DB721}" type="presOf" srcId="{A3E68BF4-C8C0-4645-A21B-9FC311ABCAAC}" destId="{5E946F1B-32A5-4BB8-99AF-4E7EE89E8EB1}" srcOrd="0" destOrd="0" presId="urn:microsoft.com/office/officeart/2018/5/layout/IconCircleLabelList"/>
    <dgm:cxn modelId="{7727EB7D-4902-7341-BF86-B6F8EF3FA41A}" type="presParOf" srcId="{19A742EA-1331-44E9-BE52-0CD75226430E}" destId="{CBC216F1-C0F9-4FAB-B14F-CC3B40521505}" srcOrd="0" destOrd="0" presId="urn:microsoft.com/office/officeart/2018/5/layout/IconCircleLabelList"/>
    <dgm:cxn modelId="{8A5ECBB9-3CAD-FF45-8D0D-9486DEB66B53}" type="presParOf" srcId="{CBC216F1-C0F9-4FAB-B14F-CC3B40521505}" destId="{589BF0B2-311A-42E7-9B81-8D0A680DC901}" srcOrd="0" destOrd="0" presId="urn:microsoft.com/office/officeart/2018/5/layout/IconCircleLabelList"/>
    <dgm:cxn modelId="{A7F988A1-CE76-A645-9871-760D57303520}" type="presParOf" srcId="{CBC216F1-C0F9-4FAB-B14F-CC3B40521505}" destId="{98401D08-B090-41F7-BAD8-2FCA5B3C3682}" srcOrd="1" destOrd="0" presId="urn:microsoft.com/office/officeart/2018/5/layout/IconCircleLabelList"/>
    <dgm:cxn modelId="{C6F9C703-25EB-964D-823E-D7D1E49BDDC5}" type="presParOf" srcId="{CBC216F1-C0F9-4FAB-B14F-CC3B40521505}" destId="{CA9075F8-B84B-42EC-ADC2-372A31710AF5}" srcOrd="2" destOrd="0" presId="urn:microsoft.com/office/officeart/2018/5/layout/IconCircleLabelList"/>
    <dgm:cxn modelId="{54BC922E-0C81-1947-B795-FD116879DB24}" type="presParOf" srcId="{CBC216F1-C0F9-4FAB-B14F-CC3B40521505}" destId="{58D3531A-B16A-460C-88C7-71FA26BE465B}" srcOrd="3" destOrd="0" presId="urn:microsoft.com/office/officeart/2018/5/layout/IconCircleLabelList"/>
    <dgm:cxn modelId="{0AE742A4-B7FC-7843-9B1D-5C113287CEF7}" type="presParOf" srcId="{19A742EA-1331-44E9-BE52-0CD75226430E}" destId="{246CCB43-EC0D-4709-88EB-2F95E02CB00A}" srcOrd="1" destOrd="0" presId="urn:microsoft.com/office/officeart/2018/5/layout/IconCircleLabelList"/>
    <dgm:cxn modelId="{116B2FA7-7321-9B46-842D-25C420A14191}" type="presParOf" srcId="{19A742EA-1331-44E9-BE52-0CD75226430E}" destId="{18ED996C-F607-4A61-8BCF-114CABD15D01}" srcOrd="2" destOrd="0" presId="urn:microsoft.com/office/officeart/2018/5/layout/IconCircleLabelList"/>
    <dgm:cxn modelId="{4B132983-9C5D-6943-93FE-82B31D5A01A4}" type="presParOf" srcId="{18ED996C-F607-4A61-8BCF-114CABD15D01}" destId="{CCF54E3B-B5C1-4EC2-B6B1-7B29F7577B9E}" srcOrd="0" destOrd="0" presId="urn:microsoft.com/office/officeart/2018/5/layout/IconCircleLabelList"/>
    <dgm:cxn modelId="{1879344A-D3B9-9E47-9587-5C703A8DA84C}" type="presParOf" srcId="{18ED996C-F607-4A61-8BCF-114CABD15D01}" destId="{F7ECE610-B313-4A5D-9F04-715E8AE3C69F}" srcOrd="1" destOrd="0" presId="urn:microsoft.com/office/officeart/2018/5/layout/IconCircleLabelList"/>
    <dgm:cxn modelId="{21F53818-0027-AB46-A507-BC546A3A4828}" type="presParOf" srcId="{18ED996C-F607-4A61-8BCF-114CABD15D01}" destId="{1A0580A2-4627-426B-BF38-436538F0523D}" srcOrd="2" destOrd="0" presId="urn:microsoft.com/office/officeart/2018/5/layout/IconCircleLabelList"/>
    <dgm:cxn modelId="{651EEC85-2F4A-384C-BA4E-B4555B65BACE}" type="presParOf" srcId="{18ED996C-F607-4A61-8BCF-114CABD15D01}" destId="{1F64C589-10CD-4DFE-887C-A8AB44F9EE87}" srcOrd="3" destOrd="0" presId="urn:microsoft.com/office/officeart/2018/5/layout/IconCircleLabelList"/>
    <dgm:cxn modelId="{FCCF536A-B660-1641-BDE0-B48A194057A9}" type="presParOf" srcId="{19A742EA-1331-44E9-BE52-0CD75226430E}" destId="{CF189FA9-8B0C-4C51-B526-EDC69DEBE8B8}" srcOrd="3" destOrd="0" presId="urn:microsoft.com/office/officeart/2018/5/layout/IconCircleLabelList"/>
    <dgm:cxn modelId="{BD6C9297-459D-9947-925A-C1566C1FA886}" type="presParOf" srcId="{19A742EA-1331-44E9-BE52-0CD75226430E}" destId="{38677386-6052-4AE3-9500-CC4CFA1AF9F1}" srcOrd="4" destOrd="0" presId="urn:microsoft.com/office/officeart/2018/5/layout/IconCircleLabelList"/>
    <dgm:cxn modelId="{31087166-6CF2-9247-B3FD-520CEF16990B}" type="presParOf" srcId="{38677386-6052-4AE3-9500-CC4CFA1AF9F1}" destId="{2CE658D9-88AB-4AD7-8B81-87CFCEFF3CBF}" srcOrd="0" destOrd="0" presId="urn:microsoft.com/office/officeart/2018/5/layout/IconCircleLabelList"/>
    <dgm:cxn modelId="{1E167B9F-889D-6542-A5B8-139CBC27FFA2}" type="presParOf" srcId="{38677386-6052-4AE3-9500-CC4CFA1AF9F1}" destId="{83F89C13-5AD2-4BF7-9CD3-5808A2FA293C}" srcOrd="1" destOrd="0" presId="urn:microsoft.com/office/officeart/2018/5/layout/IconCircleLabelList"/>
    <dgm:cxn modelId="{8CDA8EC8-9453-0A4D-9382-F212DF359A0D}" type="presParOf" srcId="{38677386-6052-4AE3-9500-CC4CFA1AF9F1}" destId="{80957B12-900B-4400-8499-65FBEE8DA449}" srcOrd="2" destOrd="0" presId="urn:microsoft.com/office/officeart/2018/5/layout/IconCircleLabelList"/>
    <dgm:cxn modelId="{9C2A6887-4C17-8444-BEBD-A55CF9554917}" type="presParOf" srcId="{38677386-6052-4AE3-9500-CC4CFA1AF9F1}" destId="{5E946F1B-32A5-4BB8-99AF-4E7EE89E8EB1}" srcOrd="3" destOrd="0" presId="urn:microsoft.com/office/officeart/2018/5/layout/IconCircleLabelList"/>
    <dgm:cxn modelId="{4363CCE7-BEB5-CA40-9032-FCE662165635}" type="presParOf" srcId="{19A742EA-1331-44E9-BE52-0CD75226430E}" destId="{2621E0A2-B9F0-4283-8F05-B850FC5F7CE8}" srcOrd="5" destOrd="0" presId="urn:microsoft.com/office/officeart/2018/5/layout/IconCircleLabelList"/>
    <dgm:cxn modelId="{1CB59560-7B1A-824F-932A-58899C95BFE4}" type="presParOf" srcId="{19A742EA-1331-44E9-BE52-0CD75226430E}" destId="{896EDF17-71E2-4B29-8D2F-465B92487A2D}" srcOrd="6" destOrd="0" presId="urn:microsoft.com/office/officeart/2018/5/layout/IconCircleLabelList"/>
    <dgm:cxn modelId="{87060477-6DBE-3C4D-8AB9-972EF9B5133C}" type="presParOf" srcId="{896EDF17-71E2-4B29-8D2F-465B92487A2D}" destId="{4A60ADEA-D248-4F6F-AE0D-31BF65ECA01F}" srcOrd="0" destOrd="0" presId="urn:microsoft.com/office/officeart/2018/5/layout/IconCircleLabelList"/>
    <dgm:cxn modelId="{FEBAA2E1-B052-2E4D-BD21-BC5E993EEFFB}" type="presParOf" srcId="{896EDF17-71E2-4B29-8D2F-465B92487A2D}" destId="{21248B8E-BD48-4524-8FE1-8074BBF3B2E7}" srcOrd="1" destOrd="0" presId="urn:microsoft.com/office/officeart/2018/5/layout/IconCircleLabelList"/>
    <dgm:cxn modelId="{2694C2B2-CE17-D04C-BF2C-E8A5A2CB4169}" type="presParOf" srcId="{896EDF17-71E2-4B29-8D2F-465B92487A2D}" destId="{0FEAFDFB-EAEC-4C16-A34F-1E545756F8D3}" srcOrd="2" destOrd="0" presId="urn:microsoft.com/office/officeart/2018/5/layout/IconCircleLabelList"/>
    <dgm:cxn modelId="{E7F7999F-2C86-FA4E-8281-24EF8E437D2B}" type="presParOf" srcId="{896EDF17-71E2-4B29-8D2F-465B92487A2D}" destId="{2C562337-1275-4AFE-BA0A-B0C0CFCB2C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BF0B2-311A-42E7-9B81-8D0A680DC901}">
      <dsp:nvSpPr>
        <dsp:cNvPr id="0" name=""/>
        <dsp:cNvSpPr/>
      </dsp:nvSpPr>
      <dsp:spPr>
        <a:xfrm>
          <a:off x="2414477" y="263"/>
          <a:ext cx="1086205" cy="108620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01D08-B090-41F7-BAD8-2FCA5B3C3682}">
      <dsp:nvSpPr>
        <dsp:cNvPr id="0" name=""/>
        <dsp:cNvSpPr/>
      </dsp:nvSpPr>
      <dsp:spPr>
        <a:xfrm>
          <a:off x="2645963" y="231749"/>
          <a:ext cx="623232" cy="6232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3531A-B16A-460C-88C7-71FA26BE465B}">
      <dsp:nvSpPr>
        <dsp:cNvPr id="0" name=""/>
        <dsp:cNvSpPr/>
      </dsp:nvSpPr>
      <dsp:spPr>
        <a:xfrm>
          <a:off x="2052254" y="1143036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Focused Growth</a:t>
          </a:r>
        </a:p>
      </dsp:txBody>
      <dsp:txXfrm>
        <a:off x="2052254" y="1143036"/>
        <a:ext cx="1780664" cy="712265"/>
      </dsp:txXfrm>
    </dsp:sp>
    <dsp:sp modelId="{CCF54E3B-B5C1-4EC2-B6B1-7B29F7577B9E}">
      <dsp:nvSpPr>
        <dsp:cNvPr id="0" name=""/>
        <dsp:cNvSpPr/>
      </dsp:nvSpPr>
      <dsp:spPr>
        <a:xfrm>
          <a:off x="4506757" y="263"/>
          <a:ext cx="1086205" cy="108620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ECE610-B313-4A5D-9F04-715E8AE3C69F}">
      <dsp:nvSpPr>
        <dsp:cNvPr id="0" name=""/>
        <dsp:cNvSpPr/>
      </dsp:nvSpPr>
      <dsp:spPr>
        <a:xfrm>
          <a:off x="4738243" y="231749"/>
          <a:ext cx="623232" cy="6232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4C589-10CD-4DFE-887C-A8AB44F9EE87}">
      <dsp:nvSpPr>
        <dsp:cNvPr id="0" name=""/>
        <dsp:cNvSpPr/>
      </dsp:nvSpPr>
      <dsp:spPr>
        <a:xfrm>
          <a:off x="4159527" y="1154923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Connected Partnerships</a:t>
          </a:r>
        </a:p>
      </dsp:txBody>
      <dsp:txXfrm>
        <a:off x="4159527" y="1154923"/>
        <a:ext cx="1780664" cy="712265"/>
      </dsp:txXfrm>
    </dsp:sp>
    <dsp:sp modelId="{2CE658D9-88AB-4AD7-8B81-87CFCEFF3CBF}">
      <dsp:nvSpPr>
        <dsp:cNvPr id="0" name=""/>
        <dsp:cNvSpPr/>
      </dsp:nvSpPr>
      <dsp:spPr>
        <a:xfrm>
          <a:off x="6599037" y="263"/>
          <a:ext cx="1086205" cy="108620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89C13-5AD2-4BF7-9CD3-5808A2FA293C}">
      <dsp:nvSpPr>
        <dsp:cNvPr id="0" name=""/>
        <dsp:cNvSpPr/>
      </dsp:nvSpPr>
      <dsp:spPr>
        <a:xfrm>
          <a:off x="6830523" y="231749"/>
          <a:ext cx="623232" cy="623232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46F1B-32A5-4BB8-99AF-4E7EE89E8EB1}">
      <dsp:nvSpPr>
        <dsp:cNvPr id="0" name=""/>
        <dsp:cNvSpPr/>
      </dsp:nvSpPr>
      <dsp:spPr>
        <a:xfrm>
          <a:off x="6251808" y="1319856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Market Impact</a:t>
          </a:r>
        </a:p>
      </dsp:txBody>
      <dsp:txXfrm>
        <a:off x="6251808" y="1319856"/>
        <a:ext cx="1780664" cy="712265"/>
      </dsp:txXfrm>
    </dsp:sp>
    <dsp:sp modelId="{4A60ADEA-D248-4F6F-AE0D-31BF65ECA01F}">
      <dsp:nvSpPr>
        <dsp:cNvPr id="0" name=""/>
        <dsp:cNvSpPr/>
      </dsp:nvSpPr>
      <dsp:spPr>
        <a:xfrm>
          <a:off x="8691317" y="263"/>
          <a:ext cx="1086205" cy="108620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48B8E-BD48-4524-8FE1-8074BBF3B2E7}">
      <dsp:nvSpPr>
        <dsp:cNvPr id="0" name=""/>
        <dsp:cNvSpPr/>
      </dsp:nvSpPr>
      <dsp:spPr>
        <a:xfrm>
          <a:off x="8922804" y="231749"/>
          <a:ext cx="623232" cy="623232"/>
        </a:xfrm>
        <a:prstGeom prst="rect">
          <a:avLst/>
        </a:prstGeom>
        <a:blipFill>
          <a:blip xmlns:r="http://schemas.openxmlformats.org/officeDocument/2006/relationships"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62337-1275-4AFE-BA0A-B0C0CFCB2C43}">
      <dsp:nvSpPr>
        <dsp:cNvPr id="0" name=""/>
        <dsp:cNvSpPr/>
      </dsp:nvSpPr>
      <dsp:spPr>
        <a:xfrm>
          <a:off x="8344088" y="1184917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Collective Excellence</a:t>
          </a:r>
        </a:p>
      </dsp:txBody>
      <dsp:txXfrm>
        <a:off x="8344088" y="1184917"/>
        <a:ext cx="1780664" cy="712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8282CA-E236-4614-036E-C5C0C936C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065F-4AF1-21F2-CF82-78658D8AD9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86793-C8A1-F947-908B-E0EDCF86090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BE100-080F-43CA-3598-3B1AF4069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43D58-784A-ABD4-14C2-E6339A9C0D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51B8-9A00-AB4E-BE59-6952469B4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92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18E33-7982-7242-B011-19D9B39AC4BA}" type="datetimeFigureOut">
              <a:rPr lang="en-MX" smtClean="0"/>
              <a:t>3/12/26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EB2A5-DDCF-604F-A595-5664085F7F7D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8764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Focused Growth is Strategic Pursuit and Sales Acceleration</a:t>
            </a:r>
          </a:p>
          <a:p>
            <a:r>
              <a:rPr lang="en-US" dirty="0"/>
              <a:t>Connected Partnerships is deeper participation in ecosystem and more co-sell</a:t>
            </a:r>
          </a:p>
          <a:p>
            <a:r>
              <a:rPr lang="en-US" dirty="0"/>
              <a:t>Market Impact is speaking, podcast, and Executive Elevation</a:t>
            </a:r>
          </a:p>
          <a:p>
            <a:r>
              <a:rPr lang="en-US" dirty="0"/>
              <a:t>Collective Excellence is Improver Growth and Repeatability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2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86616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  Description automatically generated with medium confidence">
            <a:extLst>
              <a:ext uri="{FF2B5EF4-FFF2-40B4-BE49-F238E27FC236}">
                <a16:creationId xmlns:a16="http://schemas.microsoft.com/office/drawing/2014/main" id="{BE88C6CA-F385-3E1E-CFB9-B68BBE9745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6B8D9B-1FBE-987A-28BE-4AF3449CC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822" y="3234055"/>
            <a:ext cx="9144000" cy="631296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6A678-285D-C74C-A3AB-61F33055C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276" y="3966478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 dirty="0"/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DFF4E328-04ED-1D34-5362-6AC1FF0DA5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1822" y="1681203"/>
            <a:ext cx="3227632" cy="1434503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8FB2F36-F96E-DBFB-4387-CD5A0571802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519063" y="5462195"/>
            <a:ext cx="4155093" cy="68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1" i="0">
                <a:solidFill>
                  <a:srgbClr val="005596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JOHN DOE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1D465-B636-AD01-A485-0C126BD591CE}"/>
              </a:ext>
            </a:extLst>
          </p:cNvPr>
          <p:cNvSpPr txBox="1"/>
          <p:nvPr userDrawn="1"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2026 Improving. All Rights Reserved.</a:t>
            </a:r>
            <a:endParaRPr lang="en-MX" sz="900" dirty="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 dirty="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8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  Description automatically generated">
            <a:extLst>
              <a:ext uri="{FF2B5EF4-FFF2-40B4-BE49-F238E27FC236}">
                <a16:creationId xmlns:a16="http://schemas.microsoft.com/office/drawing/2014/main" id="{8263D1B3-4C39-678E-AA0B-70DFC03020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5A03D7-0C8A-2FF8-DD55-E44EF7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3" y="2933878"/>
            <a:ext cx="10515600" cy="50800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6160FDB-07E2-9B48-493B-80748EBA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13" y="3429000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38518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885244"/>
            <a:ext cx="11206162" cy="39996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Khula" panose="02000000000000000000" pitchFamily="2" charset="0"/>
                <a:cs typeface="Khula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72F0C-A603-1AAE-F130-CB75D94E66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9796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55022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743240"/>
            <a:ext cx="5394960" cy="4194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E8B51DB-C770-DED1-2745-73661B76F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2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39C3A6-20B8-E520-FD58-D3159B183363}"/>
              </a:ext>
            </a:extLst>
          </p:cNvPr>
          <p:cNvSpPr/>
          <p:nvPr userDrawn="1"/>
        </p:nvSpPr>
        <p:spPr>
          <a:xfrm>
            <a:off x="0" y="287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89" y="434446"/>
            <a:ext cx="5394960" cy="667808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 </a:t>
            </a:r>
            <a:endParaRPr lang="en-MX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  Description automatically generated">
            <a:extLst>
              <a:ext uri="{FF2B5EF4-FFF2-40B4-BE49-F238E27FC236}">
                <a16:creationId xmlns:a16="http://schemas.microsoft.com/office/drawing/2014/main" id="{24170EE8-1B21-9049-E4EE-81A26AE397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04707B3-A605-AC35-40E1-667264FF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553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1CCC47-BB7F-A202-18E6-8BD949EC098C}"/>
              </a:ext>
            </a:extLst>
          </p:cNvPr>
          <p:cNvSpPr/>
          <p:nvPr userDrawn="1"/>
        </p:nvSpPr>
        <p:spPr>
          <a:xfrm>
            <a:off x="0" y="8555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6924B258-2A0C-8861-A9F9-CCAC38082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405" y="434446"/>
            <a:ext cx="5527106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548588"/>
            <a:ext cx="5394960" cy="43891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DDCA529-E988-9621-FBE7-7DFBDAC06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6405" y="1078443"/>
            <a:ext cx="5522600" cy="423862"/>
          </a:xfrm>
        </p:spPr>
        <p:txBody>
          <a:bodyPr>
            <a:normAutofit/>
          </a:bodyPr>
          <a:lstStyle>
            <a:lvl1pPr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86478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hape  Description automatically generated">
            <a:extLst>
              <a:ext uri="{FF2B5EF4-FFF2-40B4-BE49-F238E27FC236}">
                <a16:creationId xmlns:a16="http://schemas.microsoft.com/office/drawing/2014/main" id="{67254B57-7D3C-B80E-6390-803809FF6B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4027" y="1240897"/>
            <a:ext cx="6709101" cy="5171898"/>
          </a:xfrm>
          <a:prstGeom prst="rect">
            <a:avLst/>
          </a:prstGeom>
        </p:spPr>
      </p:pic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FBDAFC67-98EC-38E5-D42A-6AD12DFB75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CB4A5C-DF63-8836-72EC-68379B22B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5328" y="1240897"/>
            <a:ext cx="4271447" cy="594431"/>
          </a:xfrm>
        </p:spPr>
        <p:txBody>
          <a:bodyPr>
            <a:normAutofit/>
          </a:bodyPr>
          <a:lstStyle>
            <a:lvl1pPr algn="r">
              <a:defRPr sz="32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John Doe</a:t>
            </a:r>
            <a:endParaRPr lang="en-MX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A30456-AA2D-3271-9115-D02FEF5AE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4813" y="2009775"/>
            <a:ext cx="4271447" cy="2587625"/>
          </a:xfrm>
        </p:spPr>
        <p:txBody>
          <a:bodyPr>
            <a:normAutofit/>
          </a:bodyPr>
          <a:lstStyle>
            <a:lvl1pPr algn="ctr">
              <a:defRPr sz="2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18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  Description automatically generated with low confidence">
            <a:extLst>
              <a:ext uri="{FF2B5EF4-FFF2-40B4-BE49-F238E27FC236}">
                <a16:creationId xmlns:a16="http://schemas.microsoft.com/office/drawing/2014/main" id="{2997DA69-4CDE-50A1-AFCA-66FEB74221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779" y="1720651"/>
            <a:ext cx="11458444" cy="17083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D562C5F-11BC-838C-96DD-BF84E16B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600096-BCC5-7230-A89B-E520E506A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360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3519CD5-9C94-88A6-83D9-6BD86A1B3D5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036009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471196B-D805-6FD9-C3D1-2EA90F002AA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631194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0F7055-6F36-C99A-66DE-47123AF2BF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05269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4514C5E-AD10-540E-4124-EF0FB6341F9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67234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B270200-8E34-DBA3-0E5F-541E3CFC8E3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587152" y="2245685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03</a:t>
            </a:r>
          </a:p>
        </p:txBody>
      </p:sp>
      <p:pic>
        <p:nvPicPr>
          <p:cNvPr id="13" name="Picture 12" descr="Logo  Description automatically generated">
            <a:extLst>
              <a:ext uri="{FF2B5EF4-FFF2-40B4-BE49-F238E27FC236}">
                <a16:creationId xmlns:a16="http://schemas.microsoft.com/office/drawing/2014/main" id="{707FDABF-1499-C8ED-1211-B266C03BA9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D992D7D-9B11-EAF8-2BFF-D0C68BFB20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6595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B4BFC0-5F41-F0CD-41C1-89DD22A4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8A22F27-9D7B-C6E5-5AEE-45A8127F8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5675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D1BCEA-C3F0-C467-A5F4-3E70D00760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465675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AF7E3C-6319-3513-11F9-ED070800395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019311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902DF3-A8F6-0F9C-63E4-C605347FF64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19311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 descr="Logo  Description automatically generated">
            <a:extLst>
              <a:ext uri="{FF2B5EF4-FFF2-40B4-BE49-F238E27FC236}">
                <a16:creationId xmlns:a16="http://schemas.microsoft.com/office/drawing/2014/main" id="{6E59B898-2348-448A-E91C-826978FADD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43DC5F3-7C9B-C24F-9FC0-5474F1C4B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7000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3F71C3-C9CF-C020-3DA7-42C0516B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726CEF-56A7-FFEA-7D5C-C57FE809D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7124" y="2972373"/>
            <a:ext cx="3034553" cy="11033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140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73EAE6-94EC-ACBC-E2C1-90D4971849C7}"/>
              </a:ext>
            </a:extLst>
          </p:cNvPr>
          <p:cNvCxnSpPr/>
          <p:nvPr userDrawn="1"/>
        </p:nvCxnSpPr>
        <p:spPr>
          <a:xfrm>
            <a:off x="5755341" y="2738904"/>
            <a:ext cx="0" cy="157030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12DFF03C-496A-CF14-7E80-D1EF5809D1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961031C-CBB7-C46D-3F69-E8FA9C56BC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67087" y="2738903"/>
            <a:ext cx="2119267" cy="15703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293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94E-5EC9-EDBD-17A2-64005DA3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10357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MX" dirty="0"/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549400"/>
            <a:ext cx="11206162" cy="4335463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816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  Description automatically generated with medium confidence">
            <a:extLst>
              <a:ext uri="{FF2B5EF4-FFF2-40B4-BE49-F238E27FC236}">
                <a16:creationId xmlns:a16="http://schemas.microsoft.com/office/drawing/2014/main" id="{927A4B59-C598-90D6-EB86-6CEB76A2655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94717D-6E54-D547-934B-958044D27E5A}"/>
              </a:ext>
            </a:extLst>
          </p:cNvPr>
          <p:cNvSpPr txBox="1"/>
          <p:nvPr userDrawn="1"/>
        </p:nvSpPr>
        <p:spPr>
          <a:xfrm>
            <a:off x="826911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1"/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 dirty="0">
              <a:solidFill>
                <a:schemeClr val="bg1"/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0EBC7-ADE3-F209-E554-2D41BB8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2D941F-3EA9-5B81-108F-188A61A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816"/>
            <a:ext cx="10515600" cy="489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EFB8A-C4F3-4807-CC33-3413956FB7A6}"/>
              </a:ext>
            </a:extLst>
          </p:cNvPr>
          <p:cNvSpPr txBox="1"/>
          <p:nvPr userDrawn="1"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2026 Improving. All Rights Reserved.</a:t>
            </a:r>
            <a:endParaRPr lang="en-MX" sz="900" dirty="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 dirty="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56" r:id="rId4"/>
    <p:sldLayoutId id="2147483657" r:id="rId5"/>
    <p:sldLayoutId id="2147483658" r:id="rId6"/>
    <p:sldLayoutId id="2147483650" r:id="rId7"/>
    <p:sldLayoutId id="2147483654" r:id="rId8"/>
    <p:sldLayoutId id="2147483655" r:id="rId9"/>
    <p:sldLayoutId id="2147483653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5596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1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05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31ABC7C1-82AE-A75E-A847-7EA27E593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1822" y="3865351"/>
            <a:ext cx="9144000" cy="528370"/>
          </a:xfrm>
        </p:spPr>
        <p:txBody>
          <a:bodyPr>
            <a:normAutofit fontScale="70000" lnSpcReduction="20000"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Pre-Work Assignment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April 1 (Dallas)  |  April 2 (Houston)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DB0E68-2CB1-5E8A-B6DB-280928FA2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392" y="3234055"/>
            <a:ext cx="9144000" cy="631296"/>
          </a:xfrm>
        </p:spPr>
        <p:txBody>
          <a:bodyPr/>
          <a:lstStyle/>
          <a:p>
            <a:r>
              <a:rPr lang="en-US" dirty="0"/>
              <a:t>One Texas Sales Kickoff</a:t>
            </a:r>
            <a:endParaRPr lang="en-MX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EA214-BB70-EC6A-0DBE-86A1F72CD283}"/>
              </a:ext>
            </a:extLst>
          </p:cNvPr>
          <p:cNvGrpSpPr/>
          <p:nvPr/>
        </p:nvGrpSpPr>
        <p:grpSpPr>
          <a:xfrm>
            <a:off x="5472509" y="1234598"/>
            <a:ext cx="5998369" cy="3998913"/>
            <a:chOff x="5472509" y="1234598"/>
            <a:chExt cx="5998369" cy="3998913"/>
          </a:xfrm>
        </p:grpSpPr>
        <p:pic>
          <p:nvPicPr>
            <p:cNvPr id="4" name="Content Placeholder 7">
              <a:extLst>
                <a:ext uri="{FF2B5EF4-FFF2-40B4-BE49-F238E27FC236}">
                  <a16:creationId xmlns:a16="http://schemas.microsoft.com/office/drawing/2014/main" id="{953C83FA-59CC-81FF-1D02-A3540C3FF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2509" y="1234598"/>
              <a:ext cx="5998369" cy="3998913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5AAA11E-48F0-CBE7-464D-570F091C78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5583" y="1488598"/>
              <a:ext cx="3581433" cy="28501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581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94DE-283C-F8BF-C86B-AE254EC45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Texas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ACC5D-CA85-1054-4BD0-1E95449E00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405561"/>
            <a:ext cx="11206162" cy="3999619"/>
          </a:xfrm>
        </p:spPr>
        <p:txBody>
          <a:bodyPr>
            <a:normAutofit/>
          </a:bodyPr>
          <a:lstStyle/>
          <a:p>
            <a:r>
              <a:rPr lang="en-US" sz="2800" dirty="0"/>
              <a:t>We unite under a bold initiative: </a:t>
            </a:r>
            <a:r>
              <a:rPr lang="en-US" sz="2800" b="1" dirty="0"/>
              <a:t>One Texas</a:t>
            </a:r>
            <a:r>
              <a:rPr lang="en-US" sz="2800" dirty="0"/>
              <a:t>. It’s our commitment to elevate our clients, our people, and our marketplaces by driving </a:t>
            </a:r>
            <a:r>
              <a:rPr lang="en-US" sz="2800" b="1" dirty="0"/>
              <a:t>Focused Growth </a:t>
            </a:r>
            <a:r>
              <a:rPr lang="en-US" sz="2800" dirty="0"/>
              <a:t>in high-impact customers, forging </a:t>
            </a:r>
            <a:r>
              <a:rPr lang="en-US" sz="2800" b="1" dirty="0"/>
              <a:t>Connected Partnerships </a:t>
            </a:r>
            <a:r>
              <a:rPr lang="en-US" sz="2800" dirty="0"/>
              <a:t>across enterprises and ecosystems, achieving meaningful </a:t>
            </a:r>
            <a:r>
              <a:rPr lang="en-US" sz="2800" b="1" dirty="0"/>
              <a:t>Market Impact </a:t>
            </a:r>
            <a:r>
              <a:rPr lang="en-US" sz="2800" dirty="0"/>
              <a:t>that reflects our purpose-led maturity, and building </a:t>
            </a:r>
            <a:r>
              <a:rPr lang="en-US" sz="2800" b="1" dirty="0"/>
              <a:t>Collective Excellence </a:t>
            </a:r>
            <a:r>
              <a:rPr lang="en-US" sz="2800" dirty="0"/>
              <a:t>where every Improver contributes with authenticity and ownership behavior. We do this grounded in our culture of trust, so we grow not just bigger, but better, together.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1D6D9-2F5E-8875-D672-520F4972B8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Texas is becoming the trusted partner for </a:t>
            </a:r>
            <a:r>
              <a:rPr lang="en-US"/>
              <a:t>all of Texas</a:t>
            </a:r>
            <a:r>
              <a:rPr lang="en-US" dirty="0"/>
              <a:t>.</a:t>
            </a:r>
          </a:p>
        </p:txBody>
      </p:sp>
      <p:graphicFrame>
        <p:nvGraphicFramePr>
          <p:cNvPr id="5" name="Text Placeholder 6">
            <a:extLst>
              <a:ext uri="{FF2B5EF4-FFF2-40B4-BE49-F238E27FC236}">
                <a16:creationId xmlns:a16="http://schemas.microsoft.com/office/drawing/2014/main" id="{DB5EFD0B-D3D5-80F2-19E1-804B17A1D1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393894"/>
              </p:ext>
            </p:extLst>
          </p:nvPr>
        </p:nvGraphicFramePr>
        <p:xfrm>
          <a:off x="0" y="4639825"/>
          <a:ext cx="12192000" cy="2137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65629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A7DC-D167-0C8E-449D-4B1D7D3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</a:t>
            </a:r>
            <a:r>
              <a:rPr lang="en-US"/>
              <a:t>Account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EA305-7152-B40E-B6AC-57DD03D4A8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Choose your account!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The account plans have been very good when utilized properly. We are going to work doing more of that together.</a:t>
            </a:r>
          </a:p>
          <a:p>
            <a:endParaRPr lang="en-US" sz="800" dirty="0"/>
          </a:p>
          <a:p>
            <a:r>
              <a:rPr lang="en-US" sz="2400" i="1" dirty="0"/>
              <a:t>Format: 5 minutes to present, followed by 15 minutes of group brainstorming.</a:t>
            </a:r>
          </a:p>
          <a:p>
            <a:endParaRPr lang="en-US" sz="800" dirty="0"/>
          </a:p>
          <a:p>
            <a:r>
              <a:rPr lang="en-US" sz="2400" b="1" dirty="0">
                <a:latin typeface="Aptos" panose="020B0004020202020204" pitchFamily="34" charset="0"/>
              </a:rPr>
              <a:t>Items to cover your account plan: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Business Priorities - What are their priorities? What do they need?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Relationships - Who do we know? What's our relationship strength?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Opportunity - Where's the opportunity for Improving? What are you pitching?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Global Delivery - Would this account benefit from a blended team?</a:t>
            </a:r>
          </a:p>
        </p:txBody>
      </p:sp>
    </p:spTree>
    <p:extLst>
      <p:ext uri="{BB962C8B-B14F-4D97-AF65-F5344CB8AC3E}">
        <p14:creationId xmlns:p14="http://schemas.microsoft.com/office/powerpoint/2010/main" val="182819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A7DC-D167-0C8E-449D-4B1D7D3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Priorities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EA305-7152-B40E-B6AC-57DD03D4A8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Kubota Credit</a:t>
            </a:r>
          </a:p>
          <a:p>
            <a:r>
              <a:rPr lang="en-US" sz="2400" dirty="0"/>
              <a:t>Industry: Machinery Manufacturing  |  HQ: Dallas, TX</a:t>
            </a:r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r>
              <a:rPr lang="en-US" sz="2400" i="1" dirty="0"/>
              <a:t>Budget cycle: Q1 budget begins in July.</a:t>
            </a:r>
          </a:p>
        </p:txBody>
      </p:sp>
      <p:pic>
        <p:nvPicPr>
          <p:cNvPr id="7" name="Picture 6" descr="A close-up of a business overview&#10;&#10;AI-generated content may be incorrect.">
            <a:extLst>
              <a:ext uri="{FF2B5EF4-FFF2-40B4-BE49-F238E27FC236}">
                <a16:creationId xmlns:a16="http://schemas.microsoft.com/office/drawing/2014/main" id="{3D5F24C5-709C-B825-4866-72A25A92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1" y="2481380"/>
            <a:ext cx="11658657" cy="213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9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A7DC-D167-0C8E-449D-4B1D7D3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EA305-7152-B40E-B6AC-57DD03D4A8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endParaRPr lang="en-US" sz="2400" b="1" dirty="0">
              <a:latin typeface="Aptos" panose="020B0004020202020204" pitchFamily="34" charset="0"/>
            </a:endParaRPr>
          </a:p>
          <a:p>
            <a:endParaRPr lang="en-US" sz="2400" b="1" dirty="0">
              <a:latin typeface="Aptos" panose="020B0004020202020204" pitchFamily="34" charset="0"/>
            </a:endParaRPr>
          </a:p>
          <a:p>
            <a:endParaRPr lang="en-US" sz="2400" b="1" dirty="0">
              <a:latin typeface="Aptos" panose="020B0004020202020204" pitchFamily="34" charset="0"/>
            </a:endParaRPr>
          </a:p>
          <a:p>
            <a:endParaRPr lang="en-US" sz="2400" b="1" dirty="0">
              <a:latin typeface="Aptos" panose="020B0004020202020204" pitchFamily="34" charset="0"/>
            </a:endParaRPr>
          </a:p>
          <a:p>
            <a:endParaRPr lang="en-US" sz="2400" b="1" dirty="0">
              <a:latin typeface="Aptos" panose="020B0004020202020204" pitchFamily="34" charset="0"/>
            </a:endParaRPr>
          </a:p>
          <a:p>
            <a:endParaRPr lang="en-US" sz="2400" b="1" dirty="0">
              <a:latin typeface="Aptos" panose="020B0004020202020204" pitchFamily="34" charset="0"/>
            </a:endParaRPr>
          </a:p>
          <a:p>
            <a:endParaRPr lang="en-US" sz="800" dirty="0"/>
          </a:p>
          <a:p>
            <a:r>
              <a:rPr lang="en-US" sz="2400" b="1" dirty="0">
                <a:latin typeface="Aptos" panose="020B0004020202020204" pitchFamily="34" charset="0"/>
              </a:rPr>
              <a:t>Gap:</a:t>
            </a:r>
          </a:p>
          <a:p>
            <a:r>
              <a:rPr lang="en-US" sz="2400" dirty="0"/>
              <a:t>No relationship with VP of Supply Chain (key stakeholder for ERP project).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63207-CF1D-36A3-8FEE-B45446EB1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549400"/>
            <a:ext cx="1115568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9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A7DC-D167-0C8E-449D-4B1D7D3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Opportunity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EA305-7152-B40E-B6AC-57DD03D4A8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Current Engagement</a:t>
            </a:r>
          </a:p>
          <a:p>
            <a:r>
              <a:rPr lang="en-US" sz="2400" dirty="0"/>
              <a:t>Azure Migration (Data architect &amp; Data engineers) - $1.2M annual run rate</a:t>
            </a:r>
          </a:p>
          <a:p>
            <a:endParaRPr lang="en-US" sz="800" dirty="0"/>
          </a:p>
          <a:p>
            <a:r>
              <a:rPr lang="en-US" sz="2400" b="1" dirty="0">
                <a:latin typeface="Aptos" panose="020B0004020202020204" pitchFamily="34" charset="0"/>
              </a:rPr>
              <a:t>What We're Pitching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Azure migration services (Phase 1: assessment + roadmap)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DevOps transformation consulting alongside migration</a:t>
            </a:r>
          </a:p>
          <a:p>
            <a:endParaRPr lang="en-US" sz="800" dirty="0"/>
          </a:p>
          <a:p>
            <a:r>
              <a:rPr lang="en-US" sz="2400" b="1" dirty="0">
                <a:latin typeface="Aptos" panose="020B0004020202020204" pitchFamily="34" charset="0"/>
              </a:rPr>
              <a:t>Potential Growth</a:t>
            </a:r>
          </a:p>
          <a:p>
            <a:r>
              <a:rPr lang="en-US" sz="2400" dirty="0"/>
              <a:t>$1.2M current &gt; $3.5M within 18 months if Azure migration and AI/ML land.</a:t>
            </a:r>
          </a:p>
          <a:p>
            <a:endParaRPr lang="en-US" sz="800" dirty="0"/>
          </a:p>
          <a:p>
            <a:r>
              <a:rPr lang="en-US" sz="2400" b="1" dirty="0">
                <a:latin typeface="Aptos" panose="020B0004020202020204" pitchFamily="34" charset="0"/>
              </a:rPr>
              <a:t>Ask for the Room of Improvers</a:t>
            </a:r>
          </a:p>
          <a:p>
            <a:r>
              <a:rPr lang="en-US" sz="2400" i="1" dirty="0"/>
              <a:t>Need help connecting with VP Supply Chain. Who in this room has manufacturing contacts that could open doors?</a:t>
            </a:r>
          </a:p>
        </p:txBody>
      </p:sp>
    </p:spTree>
    <p:extLst>
      <p:ext uri="{BB962C8B-B14F-4D97-AF65-F5344CB8AC3E}">
        <p14:creationId xmlns:p14="http://schemas.microsoft.com/office/powerpoint/2010/main" val="182819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A7DC-D167-0C8E-449D-4B1D7D3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Delivery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EA305-7152-B40E-B6AC-57DD03D4A8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Assessment</a:t>
            </a:r>
          </a:p>
          <a:p>
            <a:r>
              <a:rPr lang="en-US" sz="2400" dirty="0"/>
              <a:t>Yes - strong fit for the Azure migration workstream.</a:t>
            </a:r>
          </a:p>
          <a:p>
            <a:endParaRPr lang="en-US" sz="800" dirty="0"/>
          </a:p>
          <a:p>
            <a:r>
              <a:rPr lang="en-US" sz="2400" b="1" dirty="0">
                <a:latin typeface="Aptos" panose="020B0004020202020204" pitchFamily="34" charset="0"/>
              </a:rPr>
              <a:t>Why It 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leverage LATAM for the strong Azure Data experience (Cinemark)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Cost sensitivity on migration execution (not strategy)</a:t>
            </a:r>
          </a:p>
          <a:p>
            <a:endParaRPr lang="en-US" sz="800" dirty="0"/>
          </a:p>
          <a:p>
            <a:r>
              <a:rPr lang="en-US" sz="2400" b="1" dirty="0">
                <a:latin typeface="Aptos" panose="020B0004020202020204" pitchFamily="34" charset="0"/>
              </a:rPr>
              <a:t>Considerations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AI/ML workstream should </a:t>
            </a:r>
            <a:r>
              <a:rPr lang="en-US" sz="2400"/>
              <a:t>stay onshore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819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97D3"/>
      </a:accent1>
      <a:accent2>
        <a:srgbClr val="005596"/>
      </a:accent2>
      <a:accent3>
        <a:srgbClr val="FF9300"/>
      </a:accent3>
      <a:accent4>
        <a:srgbClr val="5BC2A7"/>
      </a:accent4>
      <a:accent5>
        <a:srgbClr val="606060"/>
      </a:accent5>
      <a:accent6>
        <a:srgbClr val="F5BB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proving - Wide (2025)" id="{D5D20CA7-A41A-A84C-9A48-92C04D275A84}" vid="{150A1118-07F1-364F-8BE0-32F5E8A3C6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41A843C3812949A5F6B27F5EC29832" ma:contentTypeVersion="11" ma:contentTypeDescription="Create a new document." ma:contentTypeScope="" ma:versionID="c6ad7504c5f6baf4947ed60061c73f28">
  <xsd:schema xmlns:xsd="http://www.w3.org/2001/XMLSchema" xmlns:xs="http://www.w3.org/2001/XMLSchema" xmlns:p="http://schemas.microsoft.com/office/2006/metadata/properties" xmlns:ns2="3d5d3f08-0b2c-40bd-a435-45d6327d0872" xmlns:ns3="ec7e3bb3-4c41-4ad0-bd22-cfcb83294da6" targetNamespace="http://schemas.microsoft.com/office/2006/metadata/properties" ma:root="true" ma:fieldsID="fae3cab39e0176647c6756846b09af12" ns2:_="" ns3:_="">
    <xsd:import namespace="3d5d3f08-0b2c-40bd-a435-45d6327d0872"/>
    <xsd:import namespace="ec7e3bb3-4c41-4ad0-bd22-cfcb83294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5d3f08-0b2c-40bd-a435-45d6327d08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3ec4b94-83e3-4fb0-b3dc-ba7155999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e3bb3-4c41-4ad0-bd22-cfcb83294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3e68ec2-8d76-4b7e-b581-22361f85f192}" ma:internalName="TaxCatchAll" ma:showField="CatchAllData" ma:web="ec7e3bb3-4c41-4ad0-bd22-cfcb83294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7e3bb3-4c41-4ad0-bd22-cfcb83294da6" xsi:nil="true"/>
    <lcf76f155ced4ddcb4097134ff3c332f xmlns="3d5d3f08-0b2c-40bd-a435-45d6327d08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CA52EB-0D60-4985-865B-EAD7D03E0E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17B156-F4F6-4372-9952-B68276EA68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5d3f08-0b2c-40bd-a435-45d6327d0872"/>
    <ds:schemaRef ds:uri="ec7e3bb3-4c41-4ad0-bd22-cfcb83294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9BAF3CD-C042-4F87-9416-C829AD0E6787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http://schemas.openxmlformats.org/package/2006/metadata/core-properties"/>
    <ds:schemaRef ds:uri="ec7e3bb3-4c41-4ad0-bd22-cfcb83294da6"/>
    <ds:schemaRef ds:uri="3d5d3f08-0b2c-40bd-a435-45d6327d087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1485</TotalTime>
  <Words>445</Words>
  <Application>Microsoft Macintosh PowerPoint</Application>
  <PresentationFormat>Widescreen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Khula</vt:lpstr>
      <vt:lpstr>Poppins Medium</vt:lpstr>
      <vt:lpstr>Arial</vt:lpstr>
      <vt:lpstr>Poppins</vt:lpstr>
      <vt:lpstr>Aptos</vt:lpstr>
      <vt:lpstr>Century Gothic</vt:lpstr>
      <vt:lpstr>Calibri</vt:lpstr>
      <vt:lpstr>Khula SemiBold</vt:lpstr>
      <vt:lpstr>Poppins SemiBold</vt:lpstr>
      <vt:lpstr>Office Theme</vt:lpstr>
      <vt:lpstr>One Texas Sales Kickoff</vt:lpstr>
      <vt:lpstr>One Texas Vision</vt:lpstr>
      <vt:lpstr>Your Account Growth</vt:lpstr>
      <vt:lpstr>Business Priorities (Example)</vt:lpstr>
      <vt:lpstr>Relationships (Example)</vt:lpstr>
      <vt:lpstr>The Opportunity (Example)</vt:lpstr>
      <vt:lpstr>Global Delivery (Example)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O'Hara</dc:creator>
  <cp:lastModifiedBy>David O'Hara</cp:lastModifiedBy>
  <cp:revision>1</cp:revision>
  <dcterms:created xsi:type="dcterms:W3CDTF">2025-09-30T19:22:04Z</dcterms:created>
  <dcterms:modified xsi:type="dcterms:W3CDTF">2026-03-12T18:56:02Z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0x010100F341A843C3812949A5F6B27F5EC29832</vt:lpwstr>
  </property>
</Properties>
</file>
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Professionalization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chapter on each dimension  ·  1 = informal / hero-driven   →   5 = system-driven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2560320"/>
          </a:xfrm>
          <a:prstGeom prst="rect">
            <a:avLst/>
          </a:prstGeom>
          <a:solidFill>
            <a:srgbClr val="FFFFFF"/>
          </a:solidFill>
          <a:ln w="7620">
            <a:solidFill>
              <a:srgbClr val="C5D5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572768" cy="73152"/>
          </a:xfrm>
          <a:prstGeom prst="rect">
            <a:avLst/>
          </a:prstGeom>
          <a:solidFill>
            <a:srgbClr val="1C4A83"/>
          </a:solidFill>
          <a:ln w="12700">
            <a:solidFill>
              <a:srgbClr val="1C4A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Role Clarity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66544" y="1234440"/>
            <a:ext cx="1572768" cy="2560320"/>
          </a:xfrm>
          <a:prstGeom prst="rect">
            <a:avLst/>
          </a:prstGeom>
          <a:solidFill>
            <a:srgbClr val="FFFFFF"/>
          </a:solidFill>
          <a:ln w="7620">
            <a:solidFill>
              <a:srgbClr val="C5D5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66544" y="1234440"/>
            <a:ext cx="1572768" cy="73152"/>
          </a:xfrm>
          <a:prstGeom prst="rect">
            <a:avLst/>
          </a:prstGeom>
          <a:solidFill>
            <a:srgbClr val="1C4A83"/>
          </a:solidFill>
          <a:ln w="12700">
            <a:solidFill>
              <a:srgbClr val="1C4A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57984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67328" y="1234440"/>
            <a:ext cx="1572768" cy="2560320"/>
          </a:xfrm>
          <a:prstGeom prst="rect">
            <a:avLst/>
          </a:prstGeom>
          <a:solidFill>
            <a:srgbClr val="FFFFFF"/>
          </a:solidFill>
          <a:ln w="7620">
            <a:solidFill>
              <a:srgbClr val="C5D5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67328" y="1234440"/>
            <a:ext cx="1572768" cy="73152"/>
          </a:xfrm>
          <a:prstGeom prst="rect">
            <a:avLst/>
          </a:prstGeom>
          <a:solidFill>
            <a:srgbClr val="1C4A83"/>
          </a:solidFill>
          <a:ln w="12700">
            <a:solidFill>
              <a:srgbClr val="1C4A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58768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68112" y="1234440"/>
            <a:ext cx="1572768" cy="2560320"/>
          </a:xfrm>
          <a:prstGeom prst="rect">
            <a:avLst/>
          </a:prstGeom>
          <a:solidFill>
            <a:srgbClr val="FFFFFF"/>
          </a:solidFill>
          <a:ln w="7620">
            <a:solidFill>
              <a:srgbClr val="C5D5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68112" y="1234440"/>
            <a:ext cx="1572768" cy="73152"/>
          </a:xfrm>
          <a:prstGeom prst="rect">
            <a:avLst/>
          </a:prstGeom>
          <a:solidFill>
            <a:srgbClr val="1C4A83"/>
          </a:solidFill>
          <a:ln w="12700">
            <a:solidFill>
              <a:srgbClr val="1C4A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 Experience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68896" y="1234440"/>
            <a:ext cx="1572768" cy="2560320"/>
          </a:xfrm>
          <a:prstGeom prst="rect">
            <a:avLst/>
          </a:prstGeom>
          <a:solidFill>
            <a:srgbClr val="FFFFFF"/>
          </a:solidFill>
          <a:ln w="7620">
            <a:solidFill>
              <a:srgbClr val="C5D5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68896" y="1234440"/>
            <a:ext cx="1572768" cy="73152"/>
          </a:xfrm>
          <a:prstGeom prst="rect">
            <a:avLst/>
          </a:prstGeom>
          <a:solidFill>
            <a:srgbClr val="1C4A83"/>
          </a:solidFill>
          <a:ln w="12700">
            <a:solidFill>
              <a:srgbClr val="1C4A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0336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Transition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Continuity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Informal / Hero-Driven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System-Driven / Institutionalized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4105656"/>
            <a:ext cx="3200400" cy="0"/>
          </a:xfrm>
          <a:prstGeom prst="line">
            <a:avLst/>
          </a:prstGeom>
          <a:noFill/>
          <a:ln w="10160">
            <a:solidFill>
              <a:srgbClr val="7A98C4"/>
            </a:solidFill>
            <a:prstDash val="solid"/>
            <a:tailEnd type="open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Professionalization Spectrum - Light</dc:title>
  <dc:subject>PptxGenJS Presentation</dc:subject>
  <dc:creator>PptxGenJS</dc:creator>
  <cp:lastModifiedBy>PptxGenJS</cp:lastModifiedBy>
  <cp:revision>1</cp:revision>
  <dcterms:created xsi:type="dcterms:W3CDTF">2026-04-06T19:22:57Z</dcterms:created>
  <dcterms:modified xsi:type="dcterms:W3CDTF">2026-04-06T19:22:57Z</dcterms:modified>
</cp:coreProperties>
</file>
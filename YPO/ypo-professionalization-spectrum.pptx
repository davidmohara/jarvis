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Professionalization Spectrum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chapter on each dimension:  1 = informal / hero-driven   →   5 = system-driven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572768" cy="2926080"/>
          </a:xfrm>
          <a:prstGeom prst="rect">
            <a:avLst/>
          </a:prstGeom>
          <a:solidFill>
            <a:srgbClr val="243660"/>
          </a:solidFill>
          <a:ln w="10160">
            <a:solidFill>
              <a:srgbClr val="2D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1572768" cy="64008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Role Clarity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6700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hero-dependent?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61972" y="1115568"/>
            <a:ext cx="1572768" cy="2926080"/>
          </a:xfrm>
          <a:prstGeom prst="rect">
            <a:avLst/>
          </a:prstGeom>
          <a:solidFill>
            <a:srgbClr val="243660"/>
          </a:solidFill>
          <a:ln w="10160">
            <a:solidFill>
              <a:srgbClr val="2D5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1972" y="1115568"/>
            <a:ext cx="1572768" cy="64008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1700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3412" y="15544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Discipline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35124" y="26700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hero-dependent?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115568"/>
            <a:ext cx="1572768" cy="2926080"/>
          </a:xfrm>
          <a:prstGeom prst="rect">
            <a:avLst/>
          </a:prstGeom>
          <a:solidFill>
            <a:srgbClr val="243660"/>
          </a:solidFill>
          <a:ln w="10160">
            <a:solidFill>
              <a:srgbClr val="2D5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1115568"/>
            <a:ext cx="1572768" cy="64008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9624" y="15544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26700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hero-dependent?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54396" y="1115568"/>
            <a:ext cx="1572768" cy="2926080"/>
          </a:xfrm>
          <a:prstGeom prst="rect">
            <a:avLst/>
          </a:prstGeom>
          <a:solidFill>
            <a:srgbClr val="243660"/>
          </a:solidFill>
          <a:ln w="10160">
            <a:solidFill>
              <a:srgbClr val="2D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4396" y="1115568"/>
            <a:ext cx="1572768" cy="64008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4124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45836" y="15544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7548" y="26700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hero-dependent?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0608" y="1115568"/>
            <a:ext cx="1572768" cy="2926080"/>
          </a:xfrm>
          <a:prstGeom prst="rect">
            <a:avLst/>
          </a:prstGeom>
          <a:solidFill>
            <a:srgbClr val="243660"/>
          </a:solidFill>
          <a:ln w="10160">
            <a:solidFill>
              <a:srgbClr val="2D5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1115568"/>
            <a:ext cx="1572768" cy="64008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243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155448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Transition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Continuity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6700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hero-dependent?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69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Informal / hero-driven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169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09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System-driven / institutionalized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4270248"/>
            <a:ext cx="3200400" cy="0"/>
          </a:xfrm>
          <a:prstGeom prst="line">
            <a:avLst/>
          </a:prstGeom>
          <a:noFill/>
          <a:ln w="12700">
            <a:solidFill>
              <a:srgbClr val="8099C0"/>
            </a:solidFill>
            <a:prstDash val="solid"/>
            <a:tailEnd type="open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Professionalization Spectrum</dc:title>
  <dc:subject>PptxGenJS Presentation</dc:subject>
  <dc:creator>PptxGenJS</dc:creator>
  <cp:lastModifiedBy>PptxGenJS</cp:lastModifiedBy>
  <cp:revision>1</cp:revision>
  <dcterms:created xsi:type="dcterms:W3CDTF">2026-04-06T19:19:18Z</dcterms:created>
  <dcterms:modified xsi:type="dcterms:W3CDTF">2026-04-06T19:19:18Z</dcterms:modified>
</cp:coreProperties>
</file>
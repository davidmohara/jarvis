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257" r:id="rId6"/>
    <p:sldId id="258" r:id="rId7"/>
    <p:sldId id="260" r:id="rId8"/>
    <p:sldId id="261" r:id="rId9"/>
    <p:sldId id="262" r:id="rId10"/>
    <p:sldId id="263" r:id="rId11"/>
    <p:sldId id="2147478876" r:id="rId12"/>
    <p:sldId id="2147478877" r:id="rId13"/>
    <p:sldId id="265" r:id="rId14"/>
    <p:sldId id="266" r:id="rId15"/>
    <p:sldId id="267" r:id="rId16"/>
  </p:sldIdLst>
  <p:sldSz cx="12192000" cy="6858000"/>
  <p:notesSz cx="6858000" cy="9144000"/>
  <p:embeddedFontLst>
    <p:embeddedFont>
      <p:font typeface="Century Gothic" panose="020B0502020202020204" pitchFamily="34" charset="0"/>
      <p:regular r:id="rId19"/>
      <p:bold r:id="rId20"/>
      <p:italic r:id="rId21"/>
      <p:boldItalic r:id="rId22"/>
    </p:embeddedFont>
    <p:embeddedFont>
      <p:font typeface="Khula" panose="02000000000000000000" pitchFamily="2" charset="0"/>
      <p:regular r:id="rId23"/>
      <p:bold r:id="rId24"/>
    </p:embeddedFont>
    <p:embeddedFont>
      <p:font typeface="Khula SemiBold" panose="02000000000000000000" pitchFamily="2" charset="0"/>
      <p:regular r:id="rId25"/>
      <p:bold r:id="rId26"/>
    </p:embeddedFont>
    <p:embeddedFont>
      <p:font typeface="Poppins" pitchFamily="2" charset="77"/>
      <p:regular r:id="rId27"/>
      <p:bold r:id="rId28"/>
      <p:italic r:id="rId29"/>
      <p:boldItalic r:id="rId30"/>
    </p:embeddedFont>
    <p:embeddedFont>
      <p:font typeface="Poppins Medium" panose="00000600000000000000" pitchFamily="2" charset="77"/>
      <p:regular r:id="rId31"/>
      <p:italic r:id="rId32"/>
    </p:embeddedFont>
    <p:embeddedFont>
      <p:font typeface="Poppins SemiBold" panose="00000700000000000000" pitchFamily="2" charset="77"/>
      <p:regular r:id="rId33"/>
      <p:bold r:id="rId34"/>
      <p:italic r:id="rId35"/>
      <p:boldItalic r:id="rId36"/>
    </p:embeddedFont>
  </p:embeddedFontLst>
  <p:defaultTextStyle>
    <a:defPPr>
      <a:defRPr lang="en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596"/>
    <a:srgbClr val="EA592C"/>
    <a:srgbClr val="168FB2"/>
    <a:srgbClr val="E48736"/>
    <a:srgbClr val="0F7975"/>
    <a:srgbClr val="4597D3"/>
    <a:srgbClr val="5CC3A8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58"/>
  </p:normalViewPr>
  <p:slideViewPr>
    <p:cSldViewPr snapToGrid="0">
      <p:cViewPr varScale="1">
        <p:scale>
          <a:sx n="116" d="100"/>
          <a:sy n="116" d="100"/>
        </p:scale>
        <p:origin x="5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26" Type="http://schemas.openxmlformats.org/officeDocument/2006/relationships/font" Target="fonts/font8.fntdata"/><Relationship Id="rId39" Type="http://schemas.openxmlformats.org/officeDocument/2006/relationships/theme" Target="theme/theme1.xml"/><Relationship Id="rId21" Type="http://schemas.openxmlformats.org/officeDocument/2006/relationships/font" Target="fonts/font3.fntdata"/><Relationship Id="rId34" Type="http://schemas.openxmlformats.org/officeDocument/2006/relationships/font" Target="fonts/font16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font" Target="fonts/font18.fntdata"/><Relationship Id="rId10" Type="http://schemas.openxmlformats.org/officeDocument/2006/relationships/slide" Target="slides/slide6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font" Target="fonts/font17.fntdata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C310355-59BC-4796-91FB-D8ECE9882C4E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93BCB4B-51AE-4332-9494-73C6D6811F1C}">
      <dgm:prSet/>
      <dgm:spPr/>
      <dgm:t>
        <a:bodyPr/>
        <a:lstStyle/>
        <a:p>
          <a:r>
            <a:rPr lang="en-US"/>
            <a:t>Head &amp; Hands Together</a:t>
          </a:r>
        </a:p>
      </dgm:t>
    </dgm:pt>
    <dgm:pt modelId="{15159EFA-0CC6-4BD7-8B21-A9B9098D984B}" type="parTrans" cxnId="{74900E36-6231-44E0-8046-CFB507B48935}">
      <dgm:prSet/>
      <dgm:spPr/>
      <dgm:t>
        <a:bodyPr/>
        <a:lstStyle/>
        <a:p>
          <a:endParaRPr lang="en-US"/>
        </a:p>
      </dgm:t>
    </dgm:pt>
    <dgm:pt modelId="{BB450F16-8F7E-4D05-A3B7-0333A17340CF}" type="sibTrans" cxnId="{74900E36-6231-44E0-8046-CFB507B48935}">
      <dgm:prSet/>
      <dgm:spPr/>
      <dgm:t>
        <a:bodyPr/>
        <a:lstStyle/>
        <a:p>
          <a:endParaRPr lang="en-US"/>
        </a:p>
      </dgm:t>
    </dgm:pt>
    <dgm:pt modelId="{0808E198-0D66-49AE-AC7B-4AED91E1E653}">
      <dgm:prSet/>
      <dgm:spPr/>
      <dgm:t>
        <a:bodyPr/>
        <a:lstStyle/>
        <a:p>
          <a:r>
            <a:rPr lang="en-US"/>
            <a:t>Specific Use Cases Matter</a:t>
          </a:r>
        </a:p>
      </dgm:t>
    </dgm:pt>
    <dgm:pt modelId="{0F345213-ED1C-4588-B6B7-65153E174445}" type="parTrans" cxnId="{56E61975-4E58-47E0-8955-29488916C282}">
      <dgm:prSet/>
      <dgm:spPr/>
      <dgm:t>
        <a:bodyPr/>
        <a:lstStyle/>
        <a:p>
          <a:endParaRPr lang="en-US"/>
        </a:p>
      </dgm:t>
    </dgm:pt>
    <dgm:pt modelId="{64BF0509-8B7F-4427-8A87-55FEB1E766A5}" type="sibTrans" cxnId="{56E61975-4E58-47E0-8955-29488916C282}">
      <dgm:prSet/>
      <dgm:spPr/>
      <dgm:t>
        <a:bodyPr/>
        <a:lstStyle/>
        <a:p>
          <a:endParaRPr lang="en-US"/>
        </a:p>
      </dgm:t>
    </dgm:pt>
    <dgm:pt modelId="{6453DC1B-C84F-4550-B827-DB1F49668F1B}">
      <dgm:prSet/>
      <dgm:spPr/>
      <dgm:t>
        <a:bodyPr/>
        <a:lstStyle/>
        <a:p>
          <a:r>
            <a:rPr lang="en-US"/>
            <a:t>Governance &amp; Controls</a:t>
          </a:r>
        </a:p>
      </dgm:t>
    </dgm:pt>
    <dgm:pt modelId="{37806D6E-8C1A-4C45-8770-54753D6438F7}" type="parTrans" cxnId="{F408C1DB-CDE0-4834-B37C-7A77A3D06F10}">
      <dgm:prSet/>
      <dgm:spPr/>
      <dgm:t>
        <a:bodyPr/>
        <a:lstStyle/>
        <a:p>
          <a:endParaRPr lang="en-US"/>
        </a:p>
      </dgm:t>
    </dgm:pt>
    <dgm:pt modelId="{79CFA721-E950-4C27-AF01-8D2A56FE632B}" type="sibTrans" cxnId="{F408C1DB-CDE0-4834-B37C-7A77A3D06F10}">
      <dgm:prSet/>
      <dgm:spPr/>
      <dgm:t>
        <a:bodyPr/>
        <a:lstStyle/>
        <a:p>
          <a:endParaRPr lang="en-US"/>
        </a:p>
      </dgm:t>
    </dgm:pt>
    <dgm:pt modelId="{C9B700BD-F66C-4593-BEE0-7E6A56366618}" type="pres">
      <dgm:prSet presAssocID="{DC310355-59BC-4796-91FB-D8ECE9882C4E}" presName="root" presStyleCnt="0">
        <dgm:presLayoutVars>
          <dgm:dir/>
          <dgm:resizeHandles val="exact"/>
        </dgm:presLayoutVars>
      </dgm:prSet>
      <dgm:spPr/>
    </dgm:pt>
    <dgm:pt modelId="{FBB0A445-B6F3-4551-BE3C-014179243EA3}" type="pres">
      <dgm:prSet presAssocID="{393BCB4B-51AE-4332-9494-73C6D6811F1C}" presName="compNode" presStyleCnt="0"/>
      <dgm:spPr/>
    </dgm:pt>
    <dgm:pt modelId="{821C8D01-F6F1-47F6-A606-66F8AE8919C0}" type="pres">
      <dgm:prSet presAssocID="{393BCB4B-51AE-4332-9494-73C6D6811F1C}" presName="bgRect" presStyleLbl="bgShp" presStyleIdx="0" presStyleCnt="3"/>
      <dgm:spPr/>
    </dgm:pt>
    <dgm:pt modelId="{010CD661-3084-4763-8525-0E240BD79CC9}" type="pres">
      <dgm:prSet presAssocID="{393BCB4B-51AE-4332-9494-73C6D6811F1C}" presName="iconRect" presStyleLbl="node1" presStyleIdx="0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 with solid fill"/>
        </a:ext>
      </dgm:extLst>
    </dgm:pt>
    <dgm:pt modelId="{43ACD548-722C-4AA1-8902-4808CB58652A}" type="pres">
      <dgm:prSet presAssocID="{393BCB4B-51AE-4332-9494-73C6D6811F1C}" presName="spaceRect" presStyleCnt="0"/>
      <dgm:spPr/>
    </dgm:pt>
    <dgm:pt modelId="{4D5CF01A-70AB-4DCA-9589-B1131C78996C}" type="pres">
      <dgm:prSet presAssocID="{393BCB4B-51AE-4332-9494-73C6D6811F1C}" presName="parTx" presStyleLbl="revTx" presStyleIdx="0" presStyleCnt="3">
        <dgm:presLayoutVars>
          <dgm:chMax val="0"/>
          <dgm:chPref val="0"/>
        </dgm:presLayoutVars>
      </dgm:prSet>
      <dgm:spPr/>
    </dgm:pt>
    <dgm:pt modelId="{5444A5E7-924D-4DD8-A5CA-9B1A105F15A5}" type="pres">
      <dgm:prSet presAssocID="{BB450F16-8F7E-4D05-A3B7-0333A17340CF}" presName="sibTrans" presStyleCnt="0"/>
      <dgm:spPr/>
    </dgm:pt>
    <dgm:pt modelId="{8312A97E-06F0-433E-A627-048D747B18E0}" type="pres">
      <dgm:prSet presAssocID="{0808E198-0D66-49AE-AC7B-4AED91E1E653}" presName="compNode" presStyleCnt="0"/>
      <dgm:spPr/>
    </dgm:pt>
    <dgm:pt modelId="{70CFF13A-6884-4DCC-9A1F-C4A353BD2500}" type="pres">
      <dgm:prSet presAssocID="{0808E198-0D66-49AE-AC7B-4AED91E1E653}" presName="bgRect" presStyleLbl="bgShp" presStyleIdx="1" presStyleCnt="3"/>
      <dgm:spPr/>
    </dgm:pt>
    <dgm:pt modelId="{31480BB3-1745-4D4F-A980-BB5A0604D390}" type="pres">
      <dgm:prSet presAssocID="{0808E198-0D66-49AE-AC7B-4AED91E1E653}" presName="iconRect" presStyleLbl="node1" presStyleIdx="1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 with solid fill"/>
        </a:ext>
      </dgm:extLst>
    </dgm:pt>
    <dgm:pt modelId="{6D80E4A5-8E6B-4266-B8FE-95790ADD0389}" type="pres">
      <dgm:prSet presAssocID="{0808E198-0D66-49AE-AC7B-4AED91E1E653}" presName="spaceRect" presStyleCnt="0"/>
      <dgm:spPr/>
    </dgm:pt>
    <dgm:pt modelId="{C202A713-AB47-4D71-BB78-6486100D84C9}" type="pres">
      <dgm:prSet presAssocID="{0808E198-0D66-49AE-AC7B-4AED91E1E653}" presName="parTx" presStyleLbl="revTx" presStyleIdx="1" presStyleCnt="3">
        <dgm:presLayoutVars>
          <dgm:chMax val="0"/>
          <dgm:chPref val="0"/>
        </dgm:presLayoutVars>
      </dgm:prSet>
      <dgm:spPr/>
    </dgm:pt>
    <dgm:pt modelId="{A8A98CA4-6178-45E1-920D-9A82C9CEF6B6}" type="pres">
      <dgm:prSet presAssocID="{64BF0509-8B7F-4427-8A87-55FEB1E766A5}" presName="sibTrans" presStyleCnt="0"/>
      <dgm:spPr/>
    </dgm:pt>
    <dgm:pt modelId="{C114CDB3-847E-40C8-B8D7-F065D8FBA99C}" type="pres">
      <dgm:prSet presAssocID="{6453DC1B-C84F-4550-B827-DB1F49668F1B}" presName="compNode" presStyleCnt="0"/>
      <dgm:spPr/>
    </dgm:pt>
    <dgm:pt modelId="{5B0957A4-75EB-4493-95C3-72C45C67A8E3}" type="pres">
      <dgm:prSet presAssocID="{6453DC1B-C84F-4550-B827-DB1F49668F1B}" presName="bgRect" presStyleLbl="bgShp" presStyleIdx="2" presStyleCnt="3"/>
      <dgm:spPr/>
    </dgm:pt>
    <dgm:pt modelId="{FF63DE08-C82C-4484-BF73-CC53FB96D349}" type="pres">
      <dgm:prSet presAssocID="{6453DC1B-C84F-4550-B827-DB1F49668F1B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BE16A332-CA88-47E6-872E-C1CE11DEF0C9}" type="pres">
      <dgm:prSet presAssocID="{6453DC1B-C84F-4550-B827-DB1F49668F1B}" presName="spaceRect" presStyleCnt="0"/>
      <dgm:spPr/>
    </dgm:pt>
    <dgm:pt modelId="{64143EAE-BF27-4F4A-BB76-55BB39EBD290}" type="pres">
      <dgm:prSet presAssocID="{6453DC1B-C84F-4550-B827-DB1F49668F1B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52DA3F0E-7A19-45C4-85B2-A309D18C8000}" type="presOf" srcId="{6453DC1B-C84F-4550-B827-DB1F49668F1B}" destId="{64143EAE-BF27-4F4A-BB76-55BB39EBD290}" srcOrd="0" destOrd="0" presId="urn:microsoft.com/office/officeart/2018/2/layout/IconVerticalSolidList"/>
    <dgm:cxn modelId="{23B9771A-A42A-4FAA-8BB5-04EE52716529}" type="presOf" srcId="{DC310355-59BC-4796-91FB-D8ECE9882C4E}" destId="{C9B700BD-F66C-4593-BEE0-7E6A56366618}" srcOrd="0" destOrd="0" presId="urn:microsoft.com/office/officeart/2018/2/layout/IconVerticalSolidList"/>
    <dgm:cxn modelId="{A692B22D-59B3-494F-9C4F-01B21489A2C9}" type="presOf" srcId="{393BCB4B-51AE-4332-9494-73C6D6811F1C}" destId="{4D5CF01A-70AB-4DCA-9589-B1131C78996C}" srcOrd="0" destOrd="0" presId="urn:microsoft.com/office/officeart/2018/2/layout/IconVerticalSolidList"/>
    <dgm:cxn modelId="{74900E36-6231-44E0-8046-CFB507B48935}" srcId="{DC310355-59BC-4796-91FB-D8ECE9882C4E}" destId="{393BCB4B-51AE-4332-9494-73C6D6811F1C}" srcOrd="0" destOrd="0" parTransId="{15159EFA-0CC6-4BD7-8B21-A9B9098D984B}" sibTransId="{BB450F16-8F7E-4D05-A3B7-0333A17340CF}"/>
    <dgm:cxn modelId="{56E61975-4E58-47E0-8955-29488916C282}" srcId="{DC310355-59BC-4796-91FB-D8ECE9882C4E}" destId="{0808E198-0D66-49AE-AC7B-4AED91E1E653}" srcOrd="1" destOrd="0" parTransId="{0F345213-ED1C-4588-B6B7-65153E174445}" sibTransId="{64BF0509-8B7F-4427-8A87-55FEB1E766A5}"/>
    <dgm:cxn modelId="{F26D0A85-3375-4602-BAC4-AF35955DA4CE}" type="presOf" srcId="{0808E198-0D66-49AE-AC7B-4AED91E1E653}" destId="{C202A713-AB47-4D71-BB78-6486100D84C9}" srcOrd="0" destOrd="0" presId="urn:microsoft.com/office/officeart/2018/2/layout/IconVerticalSolidList"/>
    <dgm:cxn modelId="{F408C1DB-CDE0-4834-B37C-7A77A3D06F10}" srcId="{DC310355-59BC-4796-91FB-D8ECE9882C4E}" destId="{6453DC1B-C84F-4550-B827-DB1F49668F1B}" srcOrd="2" destOrd="0" parTransId="{37806D6E-8C1A-4C45-8770-54753D6438F7}" sibTransId="{79CFA721-E950-4C27-AF01-8D2A56FE632B}"/>
    <dgm:cxn modelId="{AFDC0FDE-0DEA-4A60-BA68-75616E66F5C1}" type="presParOf" srcId="{C9B700BD-F66C-4593-BEE0-7E6A56366618}" destId="{FBB0A445-B6F3-4551-BE3C-014179243EA3}" srcOrd="0" destOrd="0" presId="urn:microsoft.com/office/officeart/2018/2/layout/IconVerticalSolidList"/>
    <dgm:cxn modelId="{56F5A738-4C5A-4653-9E52-A58352476BF8}" type="presParOf" srcId="{FBB0A445-B6F3-4551-BE3C-014179243EA3}" destId="{821C8D01-F6F1-47F6-A606-66F8AE8919C0}" srcOrd="0" destOrd="0" presId="urn:microsoft.com/office/officeart/2018/2/layout/IconVerticalSolidList"/>
    <dgm:cxn modelId="{53A6F377-7ED3-4CF8-84EA-778B76006BAE}" type="presParOf" srcId="{FBB0A445-B6F3-4551-BE3C-014179243EA3}" destId="{010CD661-3084-4763-8525-0E240BD79CC9}" srcOrd="1" destOrd="0" presId="urn:microsoft.com/office/officeart/2018/2/layout/IconVerticalSolidList"/>
    <dgm:cxn modelId="{7519FA6E-0AA1-4073-84C6-C47999391AB1}" type="presParOf" srcId="{FBB0A445-B6F3-4551-BE3C-014179243EA3}" destId="{43ACD548-722C-4AA1-8902-4808CB58652A}" srcOrd="2" destOrd="0" presId="urn:microsoft.com/office/officeart/2018/2/layout/IconVerticalSolidList"/>
    <dgm:cxn modelId="{9523B0C9-2D59-4971-88F1-BD24699EFDE0}" type="presParOf" srcId="{FBB0A445-B6F3-4551-BE3C-014179243EA3}" destId="{4D5CF01A-70AB-4DCA-9589-B1131C78996C}" srcOrd="3" destOrd="0" presId="urn:microsoft.com/office/officeart/2018/2/layout/IconVerticalSolidList"/>
    <dgm:cxn modelId="{7FA4A68D-585F-4C11-BD59-31FC7593CC14}" type="presParOf" srcId="{C9B700BD-F66C-4593-BEE0-7E6A56366618}" destId="{5444A5E7-924D-4DD8-A5CA-9B1A105F15A5}" srcOrd="1" destOrd="0" presId="urn:microsoft.com/office/officeart/2018/2/layout/IconVerticalSolidList"/>
    <dgm:cxn modelId="{BB73940F-4463-4845-A911-A23C9C6DBFF6}" type="presParOf" srcId="{C9B700BD-F66C-4593-BEE0-7E6A56366618}" destId="{8312A97E-06F0-433E-A627-048D747B18E0}" srcOrd="2" destOrd="0" presId="urn:microsoft.com/office/officeart/2018/2/layout/IconVerticalSolidList"/>
    <dgm:cxn modelId="{FDAEB361-4F27-4B0C-811B-808185173366}" type="presParOf" srcId="{8312A97E-06F0-433E-A627-048D747B18E0}" destId="{70CFF13A-6884-4DCC-9A1F-C4A353BD2500}" srcOrd="0" destOrd="0" presId="urn:microsoft.com/office/officeart/2018/2/layout/IconVerticalSolidList"/>
    <dgm:cxn modelId="{C6594DB7-FF4D-4C95-B9E8-1E808885EC67}" type="presParOf" srcId="{8312A97E-06F0-433E-A627-048D747B18E0}" destId="{31480BB3-1745-4D4F-A980-BB5A0604D390}" srcOrd="1" destOrd="0" presId="urn:microsoft.com/office/officeart/2018/2/layout/IconVerticalSolidList"/>
    <dgm:cxn modelId="{37F4EE29-51F0-4EF7-9716-D65D170115FD}" type="presParOf" srcId="{8312A97E-06F0-433E-A627-048D747B18E0}" destId="{6D80E4A5-8E6B-4266-B8FE-95790ADD0389}" srcOrd="2" destOrd="0" presId="urn:microsoft.com/office/officeart/2018/2/layout/IconVerticalSolidList"/>
    <dgm:cxn modelId="{F80712AD-EFFE-4230-BA04-851509C5F94E}" type="presParOf" srcId="{8312A97E-06F0-433E-A627-048D747B18E0}" destId="{C202A713-AB47-4D71-BB78-6486100D84C9}" srcOrd="3" destOrd="0" presId="urn:microsoft.com/office/officeart/2018/2/layout/IconVerticalSolidList"/>
    <dgm:cxn modelId="{16240A9B-AB2F-4D41-B97B-C224C2AE61C7}" type="presParOf" srcId="{C9B700BD-F66C-4593-BEE0-7E6A56366618}" destId="{A8A98CA4-6178-45E1-920D-9A82C9CEF6B6}" srcOrd="3" destOrd="0" presId="urn:microsoft.com/office/officeart/2018/2/layout/IconVerticalSolidList"/>
    <dgm:cxn modelId="{1A52B759-CA78-4BE1-B100-E7664A1D68D4}" type="presParOf" srcId="{C9B700BD-F66C-4593-BEE0-7E6A56366618}" destId="{C114CDB3-847E-40C8-B8D7-F065D8FBA99C}" srcOrd="4" destOrd="0" presId="urn:microsoft.com/office/officeart/2018/2/layout/IconVerticalSolidList"/>
    <dgm:cxn modelId="{4DD96E29-AE9A-46AB-AE83-80614F3AD12E}" type="presParOf" srcId="{C114CDB3-847E-40C8-B8D7-F065D8FBA99C}" destId="{5B0957A4-75EB-4493-95C3-72C45C67A8E3}" srcOrd="0" destOrd="0" presId="urn:microsoft.com/office/officeart/2018/2/layout/IconVerticalSolidList"/>
    <dgm:cxn modelId="{7BC1D2F5-93E7-4FA4-9F46-7FE9C529AD60}" type="presParOf" srcId="{C114CDB3-847E-40C8-B8D7-F065D8FBA99C}" destId="{FF63DE08-C82C-4484-BF73-CC53FB96D349}" srcOrd="1" destOrd="0" presId="urn:microsoft.com/office/officeart/2018/2/layout/IconVerticalSolidList"/>
    <dgm:cxn modelId="{5400ECCA-8822-4599-958E-C2708139036F}" type="presParOf" srcId="{C114CDB3-847E-40C8-B8D7-F065D8FBA99C}" destId="{BE16A332-CA88-47E6-872E-C1CE11DEF0C9}" srcOrd="2" destOrd="0" presId="urn:microsoft.com/office/officeart/2018/2/layout/IconVerticalSolidList"/>
    <dgm:cxn modelId="{B2491D42-2346-4322-90B1-C347507E0F8E}" type="presParOf" srcId="{C114CDB3-847E-40C8-B8D7-F065D8FBA99C}" destId="{64143EAE-BF27-4F4A-BB76-55BB39EBD29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1C8D01-F6F1-47F6-A606-66F8AE8919C0}">
      <dsp:nvSpPr>
        <dsp:cNvPr id="0" name=""/>
        <dsp:cNvSpPr/>
      </dsp:nvSpPr>
      <dsp:spPr>
        <a:xfrm>
          <a:off x="0" y="488"/>
          <a:ext cx="11206162" cy="114246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0CD661-3084-4763-8525-0E240BD79CC9}">
      <dsp:nvSpPr>
        <dsp:cNvPr id="0" name=""/>
        <dsp:cNvSpPr/>
      </dsp:nvSpPr>
      <dsp:spPr>
        <a:xfrm>
          <a:off x="345596" y="257543"/>
          <a:ext cx="628358" cy="628358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5CF01A-70AB-4DCA-9589-B1131C78996C}">
      <dsp:nvSpPr>
        <dsp:cNvPr id="0" name=""/>
        <dsp:cNvSpPr/>
      </dsp:nvSpPr>
      <dsp:spPr>
        <a:xfrm>
          <a:off x="1319552" y="488"/>
          <a:ext cx="9886609" cy="11424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11" tIns="120911" rIns="120911" bIns="12091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Head &amp; Hands Together</a:t>
          </a:r>
        </a:p>
      </dsp:txBody>
      <dsp:txXfrm>
        <a:off x="1319552" y="488"/>
        <a:ext cx="9886609" cy="1142469"/>
      </dsp:txXfrm>
    </dsp:sp>
    <dsp:sp modelId="{70CFF13A-6884-4DCC-9A1F-C4A353BD2500}">
      <dsp:nvSpPr>
        <dsp:cNvPr id="0" name=""/>
        <dsp:cNvSpPr/>
      </dsp:nvSpPr>
      <dsp:spPr>
        <a:xfrm>
          <a:off x="0" y="1428574"/>
          <a:ext cx="11206162" cy="114246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480BB3-1745-4D4F-A980-BB5A0604D390}">
      <dsp:nvSpPr>
        <dsp:cNvPr id="0" name=""/>
        <dsp:cNvSpPr/>
      </dsp:nvSpPr>
      <dsp:spPr>
        <a:xfrm>
          <a:off x="345596" y="1685630"/>
          <a:ext cx="628358" cy="628358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02A713-AB47-4D71-BB78-6486100D84C9}">
      <dsp:nvSpPr>
        <dsp:cNvPr id="0" name=""/>
        <dsp:cNvSpPr/>
      </dsp:nvSpPr>
      <dsp:spPr>
        <a:xfrm>
          <a:off x="1319552" y="1428574"/>
          <a:ext cx="9886609" cy="11424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11" tIns="120911" rIns="120911" bIns="12091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Specific Use Cases Matter</a:t>
          </a:r>
        </a:p>
      </dsp:txBody>
      <dsp:txXfrm>
        <a:off x="1319552" y="1428574"/>
        <a:ext cx="9886609" cy="1142469"/>
      </dsp:txXfrm>
    </dsp:sp>
    <dsp:sp modelId="{5B0957A4-75EB-4493-95C3-72C45C67A8E3}">
      <dsp:nvSpPr>
        <dsp:cNvPr id="0" name=""/>
        <dsp:cNvSpPr/>
      </dsp:nvSpPr>
      <dsp:spPr>
        <a:xfrm>
          <a:off x="0" y="2856661"/>
          <a:ext cx="11206162" cy="114246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63DE08-C82C-4484-BF73-CC53FB96D349}">
      <dsp:nvSpPr>
        <dsp:cNvPr id="0" name=""/>
        <dsp:cNvSpPr/>
      </dsp:nvSpPr>
      <dsp:spPr>
        <a:xfrm>
          <a:off x="345596" y="3113717"/>
          <a:ext cx="628358" cy="62835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143EAE-BF27-4F4A-BB76-55BB39EBD290}">
      <dsp:nvSpPr>
        <dsp:cNvPr id="0" name=""/>
        <dsp:cNvSpPr/>
      </dsp:nvSpPr>
      <dsp:spPr>
        <a:xfrm>
          <a:off x="1319552" y="2856661"/>
          <a:ext cx="9886609" cy="11424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11" tIns="120911" rIns="120911" bIns="12091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Governance &amp; Controls</a:t>
          </a:r>
        </a:p>
      </dsp:txBody>
      <dsp:txXfrm>
        <a:off x="1319552" y="2856661"/>
        <a:ext cx="9886609" cy="11424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8282CA-E236-4614-036E-C5C0C936C65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8B065F-4AF1-21F2-CF82-78658D8AD9E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586793-C8A1-F947-908B-E0EDCF860903}" type="datetimeFigureOut">
              <a:rPr lang="en-US" smtClean="0"/>
              <a:t>7/16/26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8BE100-080F-43CA-3598-3B1AF4069CD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43D58-784A-ABD4-14C2-E6339A9C0D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9651B8-9A00-AB4E-BE59-6952469B4E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8924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A18E33-7982-7242-B011-19D9B39AC4BA}" type="datetimeFigureOut">
              <a:rPr lang="en-MX" smtClean="0"/>
              <a:t>7/16/26</a:t>
            </a:fld>
            <a:endParaRPr lang="en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DEB2A5-DDCF-604F-A595-5664085F7F7D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787645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mapped at Improving these roles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DEB2A5-DDCF-604F-A595-5664085F7F7D}" type="slidenum">
              <a:rPr lang="en-MX" smtClean="0"/>
              <a:t>8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5013644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right - You’re going to expect way more. Growth plan and tooling but expectations go way up.</a:t>
            </a:r>
          </a:p>
          <a:p>
            <a:r>
              <a:rPr lang="en-US" dirty="0"/>
              <a:t>Top left – you’re going to grow the role or reduce team. Cross-train payroll to do AP/AR</a:t>
            </a:r>
          </a:p>
          <a:p>
            <a:r>
              <a:rPr lang="en-US" dirty="0"/>
              <a:t>Bottom right – incremental improvement sales relationship building</a:t>
            </a:r>
          </a:p>
          <a:p>
            <a:r>
              <a:rPr lang="en-US" dirty="0"/>
              <a:t>Bottom left – ignore this because this bucket doesn’t matter right now. Not worth it</a:t>
            </a:r>
          </a:p>
          <a:p>
            <a:endParaRPr lang="en-US" dirty="0"/>
          </a:p>
          <a:p>
            <a:r>
              <a:rPr lang="en-US" dirty="0"/>
              <a:t>This will give you a roadmap of how AI will change each role in your org.</a:t>
            </a:r>
          </a:p>
          <a:p>
            <a:r>
              <a:rPr lang="en-US" dirty="0"/>
              <a:t>We can do this with you!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DEB2A5-DDCF-604F-A595-5664085F7F7D}" type="slidenum">
              <a:rPr lang="en-MX" smtClean="0"/>
              <a:t>9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043759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incipal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, rectangle&#10;&#10;Description automatically generated with medium confidence">
            <a:extLst>
              <a:ext uri="{FF2B5EF4-FFF2-40B4-BE49-F238E27FC236}">
                <a16:creationId xmlns:a16="http://schemas.microsoft.com/office/drawing/2014/main" id="{BE88C6CA-F385-3E1E-CFB9-B68BBE9745B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B6B8D9B-1FBE-987A-28BE-4AF3449CC7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1822" y="3234055"/>
            <a:ext cx="9144000" cy="631296"/>
          </a:xfrm>
        </p:spPr>
        <p:txBody>
          <a:bodyPr anchor="b">
            <a:normAutofit/>
          </a:bodyPr>
          <a:lstStyle>
            <a:lvl1pPr algn="l">
              <a:defRPr sz="2800" b="1" i="0">
                <a:solidFill>
                  <a:srgbClr val="005596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C6A678-285D-C74C-A3AB-61F33055CD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3276" y="3966478"/>
            <a:ext cx="9144000" cy="52837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 b="0" i="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X"/>
          </a:p>
        </p:txBody>
      </p:sp>
      <p:pic>
        <p:nvPicPr>
          <p:cNvPr id="14" name="Picture 13" descr="Logo&#10;&#10;Description automatically generated">
            <a:extLst>
              <a:ext uri="{FF2B5EF4-FFF2-40B4-BE49-F238E27FC236}">
                <a16:creationId xmlns:a16="http://schemas.microsoft.com/office/drawing/2014/main" id="{DFF4E328-04ED-1D34-5362-6AC1FF0DA57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91822" y="1681203"/>
            <a:ext cx="3227632" cy="1434503"/>
          </a:xfrm>
          <a:prstGeom prst="rect">
            <a:avLst/>
          </a:prstGeom>
        </p:spPr>
      </p:pic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8FB2F36-F96E-DBFB-4387-CD5A0571802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7519063" y="5462195"/>
            <a:ext cx="4155093" cy="68311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1" i="0">
                <a:solidFill>
                  <a:srgbClr val="005596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JOHN DOE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A1D465-B636-AD01-A485-0C126BD591CE}"/>
              </a:ext>
            </a:extLst>
          </p:cNvPr>
          <p:cNvSpPr txBox="1"/>
          <p:nvPr userDrawn="1"/>
        </p:nvSpPr>
        <p:spPr>
          <a:xfrm>
            <a:off x="3821288" y="6494624"/>
            <a:ext cx="4549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b="1" i="0">
                <a:solidFill>
                  <a:schemeClr val="bg1">
                    <a:alpha val="27925"/>
                  </a:schemeClr>
                </a:solidFill>
                <a:effectLst/>
                <a:latin typeface="Khula" panose="02000000000000000000" pitchFamily="2" charset="0"/>
                <a:cs typeface="Khula" panose="02000000000000000000" pitchFamily="2" charset="0"/>
              </a:rPr>
              <a:t>© 2025 Improving. All Rights Reserved.</a:t>
            </a:r>
            <a:endParaRPr lang="en-MX" sz="900">
              <a:solidFill>
                <a:schemeClr val="bg1">
                  <a:alpha val="27925"/>
                </a:schemeClr>
              </a:solidFill>
              <a:latin typeface="Khula" panose="02000000000000000000" pitchFamily="2" charset="0"/>
              <a:cs typeface="Khula" panose="02000000000000000000" pitchFamily="2" charset="0"/>
            </a:endParaRPr>
          </a:p>
          <a:p>
            <a:endParaRPr lang="en-MX" sz="900">
              <a:solidFill>
                <a:schemeClr val="bg1">
                  <a:alpha val="27925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4819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t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ackground pattern&#10;&#10;Description automatically generated">
            <a:extLst>
              <a:ext uri="{FF2B5EF4-FFF2-40B4-BE49-F238E27FC236}">
                <a16:creationId xmlns:a16="http://schemas.microsoft.com/office/drawing/2014/main" id="{8263D1B3-4C39-678E-AA0B-70DFC03020B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55A03D7-0C8A-2FF8-DD55-E44EF7754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913" y="2933878"/>
            <a:ext cx="10515600" cy="508001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06160FDB-07E2-9B48-493B-80748EBAF3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5913" y="3429000"/>
            <a:ext cx="9144000" cy="52837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85183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F37F2-5E51-EBE6-FB74-03ECD1F0C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489" y="434446"/>
            <a:ext cx="11205668" cy="667808"/>
          </a:xfrm>
        </p:spPr>
        <p:txBody>
          <a:bodyPr anchor="b">
            <a:normAutofit/>
          </a:bodyPr>
          <a:lstStyle>
            <a:lvl1pPr>
              <a:defRPr sz="3200" b="1">
                <a:solidFill>
                  <a:srgbClr val="005596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0EAA4B5E-3525-86D1-43B2-EEF957A6A5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4021" y="6384043"/>
            <a:ext cx="1380136" cy="445205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6DB217A-F6B3-74AC-D9F2-0EF851F4881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68313" y="1885244"/>
            <a:ext cx="11206162" cy="399961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>
                <a:latin typeface="Khula" panose="02000000000000000000" pitchFamily="2" charset="0"/>
                <a:cs typeface="Khula" panose="020000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B772F0C-A603-1AAE-F130-CB75D94E66C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8313" y="1030638"/>
            <a:ext cx="11206162" cy="667809"/>
          </a:xfrm>
        </p:spPr>
        <p:txBody>
          <a:bodyPr lIns="72000" tIns="36000" rIns="216000" bIns="288000">
            <a:normAutofit/>
          </a:bodyPr>
          <a:lstStyle>
            <a:lvl1pPr>
              <a:lnSpc>
                <a:spcPct val="100000"/>
              </a:lnSpc>
              <a:spcBef>
                <a:spcPts val="8"/>
              </a:spcBef>
              <a:spcAft>
                <a:spcPts val="8"/>
              </a:spcAft>
              <a:defRPr sz="2000" b="0" i="0">
                <a:solidFill>
                  <a:schemeClr val="bg1">
                    <a:lumMod val="50000"/>
                  </a:schemeClr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697968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F37F2-5E51-EBE6-FB74-03ECD1F0C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489" y="434446"/>
            <a:ext cx="11255022" cy="667808"/>
          </a:xfrm>
        </p:spPr>
        <p:txBody>
          <a:bodyPr anchor="b">
            <a:normAutofit/>
          </a:bodyPr>
          <a:lstStyle>
            <a:lvl1pPr>
              <a:defRPr sz="3200" b="1">
                <a:solidFill>
                  <a:srgbClr val="005596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0EAA4B5E-3525-86D1-43B2-EEF957A6A5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4021" y="6384043"/>
            <a:ext cx="1380136" cy="445205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73EDE8-942A-C67F-DE1C-BE6A4B25F94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68489" y="1744134"/>
            <a:ext cx="5394960" cy="419446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774CE37E-4F1A-62C7-ADCA-33781ABD661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279197" y="1743240"/>
            <a:ext cx="5394960" cy="419446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BE8B51DB-C770-DED1-2745-73661B76F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8313" y="1030638"/>
            <a:ext cx="11206162" cy="667809"/>
          </a:xfrm>
        </p:spPr>
        <p:txBody>
          <a:bodyPr lIns="72000" tIns="36000" rIns="216000" bIns="288000">
            <a:normAutofit/>
          </a:bodyPr>
          <a:lstStyle>
            <a:lvl1pPr>
              <a:lnSpc>
                <a:spcPct val="100000"/>
              </a:lnSpc>
              <a:spcBef>
                <a:spcPts val="8"/>
              </a:spcBef>
              <a:spcAft>
                <a:spcPts val="8"/>
              </a:spcAft>
              <a:defRPr sz="2000" b="0" i="0">
                <a:solidFill>
                  <a:schemeClr val="bg1">
                    <a:lumMod val="50000"/>
                  </a:schemeClr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460269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ox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0EAA4B5E-3525-86D1-43B2-EEF957A6A5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4021" y="6384043"/>
            <a:ext cx="1380136" cy="445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F39C3A6-20B8-E520-FD58-D3159B183363}"/>
              </a:ext>
            </a:extLst>
          </p:cNvPr>
          <p:cNvSpPr/>
          <p:nvPr userDrawn="1"/>
        </p:nvSpPr>
        <p:spPr>
          <a:xfrm>
            <a:off x="0" y="28752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X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BF37F2-5E51-EBE6-FB74-03ECD1F0CB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489" y="434446"/>
            <a:ext cx="5394960" cy="667808"/>
          </a:xfrm>
        </p:spPr>
        <p:txBody>
          <a:bodyPr anchor="b">
            <a:noAutofit/>
          </a:bodyPr>
          <a:lstStyle>
            <a:lvl1pPr>
              <a:defRPr sz="3200" b="1">
                <a:solidFill>
                  <a:srgbClr val="005596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Click to edit Master  </a:t>
            </a:r>
            <a:endParaRPr lang="en-MX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73EDE8-942A-C67F-DE1C-BE6A4B25F94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68489" y="1744134"/>
            <a:ext cx="5394960" cy="419446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24170EE8-1B21-9049-E4EE-81A26AE397D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94021" y="6195922"/>
            <a:ext cx="1424984" cy="633326"/>
          </a:xfrm>
          <a:prstGeom prst="rect">
            <a:avLst/>
          </a:prstGeom>
        </p:spPr>
      </p:pic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104707B3-A605-AC35-40E1-667264FF8B8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313" y="1030638"/>
            <a:ext cx="11206162" cy="667809"/>
          </a:xfrm>
        </p:spPr>
        <p:txBody>
          <a:bodyPr lIns="72000" tIns="36000" rIns="216000" bIns="288000">
            <a:normAutofit/>
          </a:bodyPr>
          <a:lstStyle>
            <a:lvl1pPr>
              <a:lnSpc>
                <a:spcPct val="100000"/>
              </a:lnSpc>
              <a:spcBef>
                <a:spcPts val="8"/>
              </a:spcBef>
              <a:spcAft>
                <a:spcPts val="8"/>
              </a:spcAft>
              <a:defRPr sz="2000" b="0" i="0">
                <a:solidFill>
                  <a:schemeClr val="bg1">
                    <a:lumMod val="50000"/>
                  </a:schemeClr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35530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ox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51CCC47-BB7F-A202-18E6-8BD949EC098C}"/>
              </a:ext>
            </a:extLst>
          </p:cNvPr>
          <p:cNvSpPr/>
          <p:nvPr userDrawn="1"/>
        </p:nvSpPr>
        <p:spPr>
          <a:xfrm>
            <a:off x="0" y="8555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X"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6924B258-2A0C-8861-A9F9-CCAC380820F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4021" y="6195922"/>
            <a:ext cx="1424984" cy="63332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6BF37F2-5E51-EBE6-FB74-03ECD1F0C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6405" y="434446"/>
            <a:ext cx="5527106" cy="667808"/>
          </a:xfrm>
        </p:spPr>
        <p:txBody>
          <a:bodyPr anchor="b">
            <a:normAutofit/>
          </a:bodyPr>
          <a:lstStyle>
            <a:lvl1pPr>
              <a:defRPr sz="3200" b="1">
                <a:solidFill>
                  <a:srgbClr val="005596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Click to edit Master</a:t>
            </a:r>
            <a:endParaRPr lang="en-MX"/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774CE37E-4F1A-62C7-ADCA-33781ABD661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279197" y="1548588"/>
            <a:ext cx="5394960" cy="438912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BDDCA529-E988-9621-FBE7-7DFBDAC062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6405" y="1078443"/>
            <a:ext cx="5522600" cy="423862"/>
          </a:xfrm>
        </p:spPr>
        <p:txBody>
          <a:bodyPr>
            <a:normAutofit/>
          </a:bodyPr>
          <a:lstStyle>
            <a:lvl1pPr>
              <a:defRPr sz="2000" b="0" i="0">
                <a:solidFill>
                  <a:schemeClr val="bg1">
                    <a:lumMod val="50000"/>
                  </a:schemeClr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r>
              <a:rPr lang="en-US"/>
              <a:t>Click to edit Master subtitle style</a:t>
            </a:r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864785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icture containing shape&#10;&#10;Description automatically generated">
            <a:extLst>
              <a:ext uri="{FF2B5EF4-FFF2-40B4-BE49-F238E27FC236}">
                <a16:creationId xmlns:a16="http://schemas.microsoft.com/office/drawing/2014/main" id="{67254B57-7D3C-B80E-6390-803809FF6BF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64027" y="1240897"/>
            <a:ext cx="6709101" cy="5171898"/>
          </a:xfrm>
          <a:prstGeom prst="rect">
            <a:avLst/>
          </a:prstGeom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FBDAFC67-98EC-38E5-D42A-6AD12DFB757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94021" y="6384043"/>
            <a:ext cx="1380136" cy="4452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9CB4A5C-DF63-8836-72EC-68379B22B9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15328" y="1240897"/>
            <a:ext cx="4271447" cy="594431"/>
          </a:xfrm>
        </p:spPr>
        <p:txBody>
          <a:bodyPr>
            <a:normAutofit/>
          </a:bodyPr>
          <a:lstStyle>
            <a:lvl1pPr algn="r">
              <a:defRPr sz="3200" b="1" i="0">
                <a:solidFill>
                  <a:srgbClr val="005596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John Doe</a:t>
            </a:r>
            <a:endParaRPr lang="en-MX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6A30456-AA2D-3271-9115-D02FEF5AE2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14813" y="2009775"/>
            <a:ext cx="4271447" cy="2587625"/>
          </a:xfrm>
        </p:spPr>
        <p:txBody>
          <a:bodyPr>
            <a:normAutofit/>
          </a:bodyPr>
          <a:lstStyle>
            <a:lvl1pPr algn="ctr">
              <a:defRPr sz="28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3185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iagram&#10;&#10;Description automatically generated with low confidence">
            <a:extLst>
              <a:ext uri="{FF2B5EF4-FFF2-40B4-BE49-F238E27FC236}">
                <a16:creationId xmlns:a16="http://schemas.microsoft.com/office/drawing/2014/main" id="{2997DA69-4CDE-50A1-AFCA-66FEB74221E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6779" y="1720651"/>
            <a:ext cx="11458444" cy="170835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FD562C5F-11BC-838C-96DD-BF84E16B5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489" y="434446"/>
            <a:ext cx="6338711" cy="667808"/>
          </a:xfrm>
        </p:spPr>
        <p:txBody>
          <a:bodyPr anchor="b">
            <a:normAutofit/>
          </a:bodyPr>
          <a:lstStyle>
            <a:lvl1pPr>
              <a:defRPr sz="3200" b="1">
                <a:solidFill>
                  <a:srgbClr val="005596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35600096-BCC5-7230-A89B-E520E506AF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4360" y="3429000"/>
            <a:ext cx="2194028" cy="1500187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>
                    <a:lumMod val="95000"/>
                    <a:lumOff val="5000"/>
                  </a:schemeClr>
                </a:solidFill>
                <a:latin typeface="Khula" panose="02000000000000000000" pitchFamily="2" charset="0"/>
                <a:cs typeface="Khula" panose="020000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3519CD5-9C94-88A6-83D9-6BD86A1B3D56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5036009" y="3429000"/>
            <a:ext cx="2194028" cy="1500187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 b="0" i="0">
                <a:solidFill>
                  <a:schemeClr val="tx1">
                    <a:lumMod val="95000"/>
                    <a:lumOff val="5000"/>
                  </a:schemeClr>
                </a:solidFill>
                <a:latin typeface="Khula" panose="02000000000000000000" pitchFamily="2" charset="0"/>
                <a:cs typeface="Khula" panose="020000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471196B-D805-6FD9-C3D1-2EA90F002AA1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9631194" y="3429000"/>
            <a:ext cx="2194028" cy="1500187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 b="0" i="0">
                <a:solidFill>
                  <a:schemeClr val="tx1">
                    <a:lumMod val="95000"/>
                    <a:lumOff val="5000"/>
                  </a:schemeClr>
                </a:solidFill>
                <a:latin typeface="Khula" panose="02000000000000000000" pitchFamily="2" charset="0"/>
                <a:cs typeface="Khula" panose="020000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90F7055-6F36-C99A-66DE-47123AF2BFD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905269" y="2339814"/>
            <a:ext cx="708378" cy="64097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600" b="1">
                <a:solidFill>
                  <a:schemeClr val="bg1"/>
                </a:solidFill>
                <a:latin typeface="Century Gothic" panose="020B0502020202020204" pitchFamily="34" charset="0"/>
                <a:cs typeface="Poppins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4514C5E-AD10-540E-4124-EF0FB6341F93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5867234" y="2339814"/>
            <a:ext cx="708378" cy="64097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600" b="1">
                <a:solidFill>
                  <a:schemeClr val="bg1"/>
                </a:solidFill>
                <a:latin typeface="Century Gothic" panose="020B0502020202020204" pitchFamily="34" charset="0"/>
                <a:cs typeface="Poppins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B270200-8E34-DBA3-0E5F-541E3CFC8E3F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10587152" y="2245685"/>
            <a:ext cx="708378" cy="64097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600" b="1">
                <a:solidFill>
                  <a:schemeClr val="bg1"/>
                </a:solidFill>
                <a:latin typeface="Century Gothic" panose="020B0502020202020204" pitchFamily="34" charset="0"/>
                <a:cs typeface="Poppins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03</a:t>
            </a:r>
          </a:p>
        </p:txBody>
      </p:sp>
      <p:pic>
        <p:nvPicPr>
          <p:cNvPr id="13" name="Picture 12" descr="Logo&#10;&#10;Description automatically generated">
            <a:extLst>
              <a:ext uri="{FF2B5EF4-FFF2-40B4-BE49-F238E27FC236}">
                <a16:creationId xmlns:a16="http://schemas.microsoft.com/office/drawing/2014/main" id="{707FDABF-1499-C8ED-1211-B266C03BA96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94021" y="6384043"/>
            <a:ext cx="1380136" cy="445205"/>
          </a:xfrm>
          <a:prstGeom prst="rect">
            <a:avLst/>
          </a:prstGeom>
        </p:spPr>
      </p:pic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FD992D7D-9B11-EAF8-2BFF-D0C68BFB20A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8313" y="1030638"/>
            <a:ext cx="11206162" cy="667809"/>
          </a:xfrm>
        </p:spPr>
        <p:txBody>
          <a:bodyPr lIns="72000" tIns="36000" rIns="216000" bIns="288000">
            <a:normAutofit/>
          </a:bodyPr>
          <a:lstStyle>
            <a:lvl1pPr>
              <a:lnSpc>
                <a:spcPct val="100000"/>
              </a:lnSpc>
              <a:spcBef>
                <a:spcPts val="8"/>
              </a:spcBef>
              <a:spcAft>
                <a:spcPts val="8"/>
              </a:spcAft>
              <a:defRPr sz="2000" b="0" i="0">
                <a:solidFill>
                  <a:schemeClr val="bg1">
                    <a:lumMod val="50000"/>
                  </a:schemeClr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565956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2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8B4BFC0-5F41-F0CD-41C1-89DD22A4B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489" y="434446"/>
            <a:ext cx="6338711" cy="667808"/>
          </a:xfrm>
        </p:spPr>
        <p:txBody>
          <a:bodyPr anchor="b">
            <a:normAutofit/>
          </a:bodyPr>
          <a:lstStyle>
            <a:lvl1pPr>
              <a:defRPr sz="3200" b="1">
                <a:solidFill>
                  <a:srgbClr val="005596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8A22F27-9D7B-C6E5-5AEE-45A8127F8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65675" y="1928813"/>
            <a:ext cx="2194028" cy="1500187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 b="0" i="0">
                <a:solidFill>
                  <a:schemeClr val="tx1">
                    <a:lumMod val="95000"/>
                    <a:lumOff val="5000"/>
                  </a:schemeClr>
                </a:solidFill>
                <a:latin typeface="Khula" panose="02000000000000000000" pitchFamily="2" charset="0"/>
                <a:cs typeface="Khula" panose="020000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9D1BCEA-C3F0-C467-A5F4-3E70D00760AE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2465675" y="4040002"/>
            <a:ext cx="2194028" cy="1500187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 b="0" i="0">
                <a:solidFill>
                  <a:schemeClr val="tx1">
                    <a:lumMod val="95000"/>
                    <a:lumOff val="5000"/>
                  </a:schemeClr>
                </a:solidFill>
                <a:latin typeface="Khula" panose="02000000000000000000" pitchFamily="2" charset="0"/>
                <a:cs typeface="Khula" panose="020000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5AF7E3C-6319-3513-11F9-ED0708003958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8019311" y="1928813"/>
            <a:ext cx="2194028" cy="1500187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 b="0" i="0">
                <a:solidFill>
                  <a:schemeClr val="tx1">
                    <a:lumMod val="95000"/>
                    <a:lumOff val="5000"/>
                  </a:schemeClr>
                </a:solidFill>
                <a:latin typeface="Khula" panose="02000000000000000000" pitchFamily="2" charset="0"/>
                <a:cs typeface="Khula" panose="020000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9902DF3-A8F6-0F9C-63E4-C605347FF648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019311" y="4040002"/>
            <a:ext cx="2194028" cy="1500187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 b="0" i="0">
                <a:solidFill>
                  <a:schemeClr val="tx1">
                    <a:lumMod val="95000"/>
                    <a:lumOff val="5000"/>
                  </a:schemeClr>
                </a:solidFill>
                <a:latin typeface="Khula" panose="02000000000000000000" pitchFamily="2" charset="0"/>
                <a:cs typeface="Khula" panose="020000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3" name="Picture 12" descr="Logo&#10;&#10;Description automatically generated">
            <a:extLst>
              <a:ext uri="{FF2B5EF4-FFF2-40B4-BE49-F238E27FC236}">
                <a16:creationId xmlns:a16="http://schemas.microsoft.com/office/drawing/2014/main" id="{6E59B898-2348-448A-E91C-826978FADD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4021" y="6384043"/>
            <a:ext cx="1380136" cy="445205"/>
          </a:xfrm>
          <a:prstGeom prst="rect">
            <a:avLst/>
          </a:prstGeom>
        </p:spPr>
      </p:pic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E43DC5F3-7C9B-C24F-9FC0-5474F1C4B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8313" y="1030638"/>
            <a:ext cx="11206162" cy="667809"/>
          </a:xfrm>
        </p:spPr>
        <p:txBody>
          <a:bodyPr lIns="72000" tIns="36000" rIns="216000" bIns="288000">
            <a:normAutofit/>
          </a:bodyPr>
          <a:lstStyle>
            <a:lvl1pPr>
              <a:lnSpc>
                <a:spcPct val="100000"/>
              </a:lnSpc>
              <a:spcBef>
                <a:spcPts val="8"/>
              </a:spcBef>
              <a:spcAft>
                <a:spcPts val="8"/>
              </a:spcAft>
              <a:defRPr sz="2000" b="0" i="0">
                <a:solidFill>
                  <a:schemeClr val="bg1">
                    <a:lumMod val="50000"/>
                  </a:schemeClr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870007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A3F71C3-C9CF-C020-3DA7-42C0516B1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489" y="434446"/>
            <a:ext cx="6338711" cy="667808"/>
          </a:xfrm>
        </p:spPr>
        <p:txBody>
          <a:bodyPr anchor="b">
            <a:normAutofit/>
          </a:bodyPr>
          <a:lstStyle>
            <a:lvl1pPr>
              <a:defRPr sz="3200" b="1">
                <a:solidFill>
                  <a:srgbClr val="005596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F726CEF-56A7-FFEA-7D5C-C57FE809D3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27124" y="2972373"/>
            <a:ext cx="3034553" cy="110336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>
                    <a:lumMod val="95000"/>
                    <a:lumOff val="5000"/>
                  </a:schemeClr>
                </a:solidFill>
                <a:latin typeface="Khula" panose="02000000000000000000" pitchFamily="2" charset="0"/>
                <a:cs typeface="Khula" panose="020000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MX" sz="14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273EAE6-94EC-ACBC-E2C1-90D4971849C7}"/>
              </a:ext>
            </a:extLst>
          </p:cNvPr>
          <p:cNvCxnSpPr/>
          <p:nvPr userDrawn="1"/>
        </p:nvCxnSpPr>
        <p:spPr>
          <a:xfrm>
            <a:off x="5755341" y="2738904"/>
            <a:ext cx="0" cy="1570303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12DFF03C-496A-CF14-7E80-D1EF5809D12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4021" y="6384043"/>
            <a:ext cx="1380136" cy="445205"/>
          </a:xfrm>
          <a:prstGeom prst="rect">
            <a:avLst/>
          </a:prstGeom>
        </p:spPr>
      </p:pic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961031C-CBB7-C46D-3F69-E8FA9C56BC0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67087" y="2738903"/>
            <a:ext cx="2119267" cy="157030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293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6F94E-5EC9-EDBD-17A2-64005DA36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110357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, rectangle&#10;&#10;Description automatically generated with medium confidence">
            <a:extLst>
              <a:ext uri="{FF2B5EF4-FFF2-40B4-BE49-F238E27FC236}">
                <a16:creationId xmlns:a16="http://schemas.microsoft.com/office/drawing/2014/main" id="{927A4B59-C598-90D6-EB86-6CEB76A2655D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394717D-6E54-D547-934B-958044D27E5A}"/>
              </a:ext>
            </a:extLst>
          </p:cNvPr>
          <p:cNvSpPr txBox="1"/>
          <p:nvPr userDrawn="1"/>
        </p:nvSpPr>
        <p:spPr>
          <a:xfrm>
            <a:off x="826911" y="6479823"/>
            <a:ext cx="5729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3BB742A-9951-4A41-9B51-4F6023B7AEA7}" type="slidenum">
              <a:rPr lang="en-MX" sz="1200" b="1" i="0" smtClean="0">
                <a:solidFill>
                  <a:schemeClr val="bg1"/>
                </a:solidFill>
                <a:latin typeface="Khula SemiBold" panose="02000000000000000000" pitchFamily="2" charset="0"/>
                <a:cs typeface="Khula SemiBold" panose="02000000000000000000" pitchFamily="2" charset="0"/>
              </a:rPr>
              <a:t>‹#›</a:t>
            </a:fld>
            <a:endParaRPr lang="en-MX" sz="1200" b="1" i="0">
              <a:solidFill>
                <a:schemeClr val="bg1"/>
              </a:solidFill>
              <a:latin typeface="Khula SemiBold" panose="02000000000000000000" pitchFamily="2" charset="0"/>
              <a:cs typeface="Khula SemiBold" panose="02000000000000000000" pitchFamily="2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40EBC7-ADE3-F209-E554-2D41BB8DE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42D941F-3EA9-5B81-108F-188A61A1C6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90816"/>
            <a:ext cx="10515600" cy="4897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CEFB8A-C4F3-4807-CC33-3413956FB7A6}"/>
              </a:ext>
            </a:extLst>
          </p:cNvPr>
          <p:cNvSpPr txBox="1"/>
          <p:nvPr userDrawn="1"/>
        </p:nvSpPr>
        <p:spPr>
          <a:xfrm>
            <a:off x="3821288" y="6494624"/>
            <a:ext cx="4549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b="1" i="0">
                <a:solidFill>
                  <a:schemeClr val="bg1">
                    <a:alpha val="27925"/>
                  </a:schemeClr>
                </a:solidFill>
                <a:effectLst/>
                <a:latin typeface="Khula" panose="02000000000000000000" pitchFamily="2" charset="0"/>
                <a:cs typeface="Khula" panose="02000000000000000000" pitchFamily="2" charset="0"/>
              </a:rPr>
              <a:t>© 2025 Improving. All Rights Reserved.</a:t>
            </a:r>
            <a:endParaRPr lang="en-MX" sz="900">
              <a:solidFill>
                <a:schemeClr val="bg1">
                  <a:alpha val="27925"/>
                </a:schemeClr>
              </a:solidFill>
              <a:latin typeface="Khula" panose="02000000000000000000" pitchFamily="2" charset="0"/>
              <a:cs typeface="Khula" panose="02000000000000000000" pitchFamily="2" charset="0"/>
            </a:endParaRPr>
          </a:p>
          <a:p>
            <a:endParaRPr lang="en-MX" sz="900">
              <a:solidFill>
                <a:schemeClr val="bg1">
                  <a:alpha val="27925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884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1" r:id="rId3"/>
    <p:sldLayoutId id="2147483656" r:id="rId4"/>
    <p:sldLayoutId id="2147483657" r:id="rId5"/>
    <p:sldLayoutId id="2147483658" r:id="rId6"/>
    <p:sldLayoutId id="2147483650" r:id="rId7"/>
    <p:sldLayoutId id="2147483654" r:id="rId8"/>
    <p:sldLayoutId id="2147483655" r:id="rId9"/>
    <p:sldLayoutId id="2147483653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rgbClr val="005596"/>
          </a:solidFill>
          <a:latin typeface="Poppins" pitchFamily="2" charset="77"/>
          <a:ea typeface="+mj-ea"/>
          <a:cs typeface="Poppins" pitchFamily="2" charset="77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600" kern="1200">
          <a:solidFill>
            <a:schemeClr val="tx1">
              <a:lumMod val="95000"/>
              <a:lumOff val="5000"/>
            </a:schemeClr>
          </a:solidFill>
          <a:latin typeface="Khula" panose="02000000000000000000" pitchFamily="2" charset="0"/>
          <a:ea typeface="+mn-ea"/>
          <a:cs typeface="Khula" panose="02000000000000000000" pitchFamily="2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400" kern="1200">
          <a:solidFill>
            <a:schemeClr val="tx1">
              <a:lumMod val="95000"/>
              <a:lumOff val="5000"/>
            </a:schemeClr>
          </a:solidFill>
          <a:latin typeface="Khula" panose="02000000000000000000" pitchFamily="2" charset="0"/>
          <a:ea typeface="+mn-ea"/>
          <a:cs typeface="Khula" panose="02000000000000000000" pitchFamily="2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200" kern="1200">
          <a:solidFill>
            <a:schemeClr val="tx1">
              <a:lumMod val="95000"/>
              <a:lumOff val="5000"/>
            </a:schemeClr>
          </a:solidFill>
          <a:latin typeface="Khula" panose="02000000000000000000" pitchFamily="2" charset="0"/>
          <a:ea typeface="+mn-ea"/>
          <a:cs typeface="Khula" panose="02000000000000000000" pitchFamily="2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100" kern="1200">
          <a:solidFill>
            <a:schemeClr val="tx1">
              <a:lumMod val="95000"/>
              <a:lumOff val="5000"/>
            </a:schemeClr>
          </a:solidFill>
          <a:latin typeface="Khula" panose="02000000000000000000" pitchFamily="2" charset="0"/>
          <a:ea typeface="+mn-ea"/>
          <a:cs typeface="Khula" panose="02000000000000000000" pitchFamily="2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050" kern="1200">
          <a:solidFill>
            <a:schemeClr val="tx1">
              <a:lumMod val="95000"/>
              <a:lumOff val="5000"/>
            </a:schemeClr>
          </a:solidFill>
          <a:latin typeface="Khula" panose="02000000000000000000" pitchFamily="2" charset="0"/>
          <a:ea typeface="+mn-ea"/>
          <a:cs typeface="Khula" panose="020000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Wendy's Quarterly Business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Strategy Update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A97E616-C2E9-6B89-5FA8-B187439810E6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Improving Sees Technology &amp; AI Going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5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5596"/>
                </a:solidFill>
                <a:latin typeface="Arial"/>
              </a:defRPr>
            </a:pPr>
            <a:r>
              <a:t>The Trust Evolution: 8 Stages of AI </a:t>
            </a:r>
            <a:r>
              <a:rPr lang="en-US"/>
              <a:t>Maturity</a:t>
            </a:r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5223053"/>
            <a:ext cx="1371600" cy="4572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22960" y="4903013"/>
            <a:ext cx="457200" cy="457200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268773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Zero AI</a:t>
            </a:r>
          </a:p>
        </p:txBody>
      </p:sp>
      <p:sp>
        <p:nvSpPr>
          <p:cNvPr id="7" name="Rectangle 6"/>
          <p:cNvSpPr/>
          <p:nvPr/>
        </p:nvSpPr>
        <p:spPr>
          <a:xfrm>
            <a:off x="1810512" y="4811573"/>
            <a:ext cx="1371600" cy="86868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2267712" y="4491533"/>
            <a:ext cx="457200" cy="457200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10512" y="4857293"/>
            <a:ext cx="13716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rPr lang="en-US"/>
              <a:t>Off the shelf</a:t>
            </a:r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55264" y="4400093"/>
            <a:ext cx="1371600" cy="1280160"/>
          </a:xfrm>
          <a:prstGeom prst="rect">
            <a:avLst/>
          </a:prstGeom>
          <a:solidFill>
            <a:srgbClr val="459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712464" y="4080053"/>
            <a:ext cx="457200" cy="457200"/>
          </a:xfrm>
          <a:prstGeom prst="ellipse">
            <a:avLst/>
          </a:prstGeom>
          <a:solidFill>
            <a:srgbClr val="459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55264" y="4445813"/>
            <a:ext cx="13716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rPr lang="en-US"/>
              <a:t>Task</a:t>
            </a:r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700016" y="3988613"/>
            <a:ext cx="1371600" cy="1691640"/>
          </a:xfrm>
          <a:prstGeom prst="rect">
            <a:avLst/>
          </a:prstGeom>
          <a:solidFill>
            <a:srgbClr val="459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157216" y="3668573"/>
            <a:ext cx="457200" cy="457200"/>
          </a:xfrm>
          <a:prstGeom prst="ellipse">
            <a:avLst/>
          </a:prstGeom>
          <a:solidFill>
            <a:srgbClr val="459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0016" y="4034333"/>
            <a:ext cx="13716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W</a:t>
            </a:r>
            <a:r>
              <a:rPr lang="en-US"/>
              <a:t>orkflow</a:t>
            </a:r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44768" y="3577133"/>
            <a:ext cx="1371600" cy="2103120"/>
          </a:xfrm>
          <a:prstGeom prst="rect">
            <a:avLst/>
          </a:prstGeom>
          <a:solidFill>
            <a:srgbClr val="5BC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601968" y="3257093"/>
            <a:ext cx="457200" cy="457200"/>
          </a:xfrm>
          <a:prstGeom prst="ellipse">
            <a:avLst/>
          </a:prstGeom>
          <a:solidFill>
            <a:srgbClr val="5BC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44768" y="3622853"/>
            <a:ext cx="13716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rPr lang="en-US"/>
              <a:t>Delegate</a:t>
            </a:r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589520" y="3165653"/>
            <a:ext cx="1371600" cy="2514600"/>
          </a:xfrm>
          <a:prstGeom prst="rect">
            <a:avLst/>
          </a:prstGeom>
          <a:solidFill>
            <a:srgbClr val="5BC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046720" y="2845613"/>
            <a:ext cx="457200" cy="457200"/>
          </a:xfrm>
          <a:prstGeom prst="ellipse">
            <a:avLst/>
          </a:prstGeom>
          <a:solidFill>
            <a:srgbClr val="5BC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3211373"/>
            <a:ext cx="13716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rPr lang="en-US"/>
              <a:t>Coordinate</a:t>
            </a:r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034272" y="2754173"/>
            <a:ext cx="1371600" cy="2926080"/>
          </a:xfrm>
          <a:prstGeom prst="rect">
            <a:avLst/>
          </a:prstGeom>
          <a:solidFill>
            <a:srgbClr val="F5B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491472" y="2434133"/>
            <a:ext cx="457200" cy="457200"/>
          </a:xfrm>
          <a:prstGeom prst="ellipse">
            <a:avLst/>
          </a:prstGeom>
          <a:solidFill>
            <a:srgbClr val="F5B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34272" y="2799893"/>
            <a:ext cx="13716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rPr lang="en-US"/>
              <a:t>Supervise</a:t>
            </a:r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0479024" y="2342693"/>
            <a:ext cx="1371600" cy="3337560"/>
          </a:xfrm>
          <a:prstGeom prst="rect">
            <a:avLst/>
          </a:prstGeom>
          <a:solidFill>
            <a:srgbClr val="F5B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936224" y="2022653"/>
            <a:ext cx="457200" cy="457200"/>
          </a:xfrm>
          <a:prstGeom prst="ellipse">
            <a:avLst/>
          </a:prstGeom>
          <a:solidFill>
            <a:srgbClr val="F5B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79024" y="2388413"/>
            <a:ext cx="13716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rPr lang="en-US"/>
              <a:t>Orchestrate</a:t>
            </a:r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65760" y="5863133"/>
            <a:ext cx="2889504" cy="36576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Wave 1: </a:t>
            </a:r>
            <a:r>
              <a:rPr lang="en-US"/>
              <a:t>Tools</a:t>
            </a:r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255264" y="5863133"/>
            <a:ext cx="2889504" cy="365760"/>
          </a:xfrm>
          <a:prstGeom prst="rect">
            <a:avLst/>
          </a:prstGeom>
          <a:solidFill>
            <a:srgbClr val="459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Wave 2: </a:t>
            </a:r>
            <a:r>
              <a:rPr lang="en-US"/>
              <a:t>Process</a:t>
            </a:r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144768" y="5863133"/>
            <a:ext cx="5669280" cy="365760"/>
          </a:xfrm>
          <a:prstGeom prst="rect">
            <a:avLst/>
          </a:prstGeom>
          <a:gradFill flip="none" rotWithShape="1">
            <a:gsLst>
              <a:gs pos="0">
                <a:srgbClr val="5BC2A7"/>
              </a:gs>
              <a:gs pos="50000">
                <a:srgbClr val="5BC2A7">
                  <a:tint val="44500"/>
                  <a:satMod val="160000"/>
                </a:srgbClr>
              </a:gs>
              <a:gs pos="100000">
                <a:srgbClr val="F6BB40"/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Wave 3: Agentic Operations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" y="6453031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  <a:latin typeface="Arial"/>
              </a:defRPr>
            </a:pPr>
            <a:r>
              <a:t>As trust increases, humans shift from doing to directing</a:t>
            </a:r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8F1492AA-30B9-C6E7-F18F-5CAD807B7D9A}"/>
              </a:ext>
            </a:extLst>
          </p:cNvPr>
          <p:cNvSpPr/>
          <p:nvPr/>
        </p:nvSpPr>
        <p:spPr>
          <a:xfrm>
            <a:off x="365759" y="1560991"/>
            <a:ext cx="5681473" cy="82742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Efficiency</a:t>
            </a:r>
          </a:p>
        </p:txBody>
      </p:sp>
      <p:sp>
        <p:nvSpPr>
          <p:cNvPr id="23" name="Right Arrow 22">
            <a:extLst>
              <a:ext uri="{FF2B5EF4-FFF2-40B4-BE49-F238E27FC236}">
                <a16:creationId xmlns:a16="http://schemas.microsoft.com/office/drawing/2014/main" id="{1ED4795D-99F7-C8C9-DEBC-84446724A381}"/>
              </a:ext>
            </a:extLst>
          </p:cNvPr>
          <p:cNvSpPr/>
          <p:nvPr/>
        </p:nvSpPr>
        <p:spPr>
          <a:xfrm>
            <a:off x="6144768" y="942994"/>
            <a:ext cx="5705856" cy="827422"/>
          </a:xfrm>
          <a:prstGeom prst="rightArrow">
            <a:avLst/>
          </a:prstGeom>
          <a:solidFill>
            <a:srgbClr val="F6BB40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Productivity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7019D4C-D243-55B3-CBA8-A145C53CF04E}"/>
              </a:ext>
            </a:extLst>
          </p:cNvPr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5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6D62A2-F356-0433-EA67-08D5468B38AF}"/>
              </a:ext>
            </a:extLst>
          </p:cNvPr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5596"/>
                </a:solidFill>
                <a:latin typeface="Arial"/>
              </a:defRPr>
            </a:pPr>
            <a:r>
              <a:t>The Three Layers of Intelligence OS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D5662A9-3646-AF87-9388-7131C35D1312}"/>
              </a:ext>
            </a:extLst>
          </p:cNvPr>
          <p:cNvSpPr/>
          <p:nvPr/>
        </p:nvSpPr>
        <p:spPr>
          <a:xfrm>
            <a:off x="1371600" y="4709160"/>
            <a:ext cx="9418320" cy="1463040"/>
          </a:xfrm>
          <a:prstGeom prst="roundRect">
            <a:avLst/>
          </a:prstGeom>
          <a:solidFill>
            <a:srgbClr val="459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EA5F53-A6E4-405D-F93A-12D7B4982640}"/>
              </a:ext>
            </a:extLst>
          </p:cNvPr>
          <p:cNvSpPr txBox="1"/>
          <p:nvPr/>
        </p:nvSpPr>
        <p:spPr>
          <a:xfrm>
            <a:off x="1828800" y="4846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LAYER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9577B9-B11E-D049-168E-05C9FF0D1B36}"/>
              </a:ext>
            </a:extLst>
          </p:cNvPr>
          <p:cNvSpPr txBox="1"/>
          <p:nvPr/>
        </p:nvSpPr>
        <p:spPr>
          <a:xfrm>
            <a:off x="1828800" y="5212079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Hybrid Intelligence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9F1E97-E74F-EC87-3239-951B36CBB8CE}"/>
              </a:ext>
            </a:extLst>
          </p:cNvPr>
          <p:cNvSpPr txBox="1"/>
          <p:nvPr/>
        </p:nvSpPr>
        <p:spPr>
          <a:xfrm>
            <a:off x="5943600" y="5029200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Human expertise + AI working together</a:t>
            </a:r>
            <a:br>
              <a:rPr/>
            </a:br>
            <a:r>
              <a:t>From tool user to </a:t>
            </a:r>
            <a:r>
              <a:rPr lang="en-US"/>
              <a:t>AI</a:t>
            </a:r>
            <a:r>
              <a:t> operator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244863C-3115-3514-471E-7C7AF65EA7BD}"/>
              </a:ext>
            </a:extLst>
          </p:cNvPr>
          <p:cNvSpPr/>
          <p:nvPr/>
        </p:nvSpPr>
        <p:spPr>
          <a:xfrm>
            <a:off x="1371600" y="3017520"/>
            <a:ext cx="9418320" cy="1463040"/>
          </a:xfrm>
          <a:prstGeom prst="roundRect">
            <a:avLst/>
          </a:prstGeom>
          <a:solidFill>
            <a:srgbClr val="5BC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9B9FE8-EBA3-AF41-6C00-9B43B51867DB}"/>
              </a:ext>
            </a:extLst>
          </p:cNvPr>
          <p:cNvSpPr txBox="1"/>
          <p:nvPr/>
        </p:nvSpPr>
        <p:spPr>
          <a:xfrm>
            <a:off x="1828800" y="3154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LAYER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97F855-3FC8-3833-5CB4-20B79E0E182A}"/>
              </a:ext>
            </a:extLst>
          </p:cNvPr>
          <p:cNvSpPr txBox="1"/>
          <p:nvPr/>
        </p:nvSpPr>
        <p:spPr>
          <a:xfrm>
            <a:off x="1828800" y="35204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Governance Engine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2CDE6B-9394-9004-EE3D-E2F31193E861}"/>
              </a:ext>
            </a:extLst>
          </p:cNvPr>
          <p:cNvSpPr txBox="1"/>
          <p:nvPr/>
        </p:nvSpPr>
        <p:spPr>
          <a:xfrm>
            <a:off x="5943600" y="33375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The safety net for autonomous mode</a:t>
            </a:r>
            <a:br/>
            <a:r>
              <a:t>Boundaries, trust, accountability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3E0AB29-E644-7F0F-1A1A-D0EB82EB2010}"/>
              </a:ext>
            </a:extLst>
          </p:cNvPr>
          <p:cNvSpPr/>
          <p:nvPr/>
        </p:nvSpPr>
        <p:spPr>
          <a:xfrm>
            <a:off x="1371600" y="1325880"/>
            <a:ext cx="9418320" cy="1463040"/>
          </a:xfrm>
          <a:prstGeom prst="roundRect">
            <a:avLst/>
          </a:prstGeom>
          <a:solidFill>
            <a:srgbClr val="F5B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85ECE3-A35C-83AD-E82B-1C60AFC9F2C4}"/>
              </a:ext>
            </a:extLst>
          </p:cNvPr>
          <p:cNvSpPr txBox="1"/>
          <p:nvPr/>
        </p:nvSpPr>
        <p:spPr>
          <a:xfrm>
            <a:off x="182880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LAYER 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23445A-D2DD-6C41-EEDB-1E1DEB2D48B6}"/>
              </a:ext>
            </a:extLst>
          </p:cNvPr>
          <p:cNvSpPr txBox="1"/>
          <p:nvPr/>
        </p:nvSpPr>
        <p:spPr>
          <a:xfrm>
            <a:off x="1828800" y="18288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Operating Model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83AF3A-A08F-5D13-B048-FF8FE09EE10F}"/>
              </a:ext>
            </a:extLst>
          </p:cNvPr>
          <p:cNvSpPr txBox="1"/>
          <p:nvPr/>
        </p:nvSpPr>
        <p:spPr>
          <a:xfrm>
            <a:off x="5943600" y="16459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Orchestration infrastructure</a:t>
            </a:r>
            <a:br/>
            <a:r>
              <a:t>How you manage 10+ agents at scale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5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5596"/>
                </a:solidFill>
                <a:latin typeface="Arial"/>
              </a:defRPr>
            </a:pPr>
            <a:r>
              <a:t>Improving's Agentic Landing Zone Offering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3566160" cy="4114800"/>
          </a:xfrm>
          <a:prstGeom prst="roundRect">
            <a:avLst/>
          </a:prstGeom>
          <a:solidFill>
            <a:srgbClr val="459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Assess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2194560"/>
            <a:ext cx="192024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4597D3"/>
                </a:solidFill>
                <a:latin typeface="Arial"/>
              </a:defRPr>
            </a:pPr>
            <a:r>
              <a:t>2-4 weeks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30175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Current state analysis</a:t>
            </a:r>
            <a:br/>
            <a:r>
              <a:t>Use case identification</a:t>
            </a:r>
            <a:br/>
            <a:r>
              <a:t>Readiness evaluation</a:t>
            </a:r>
            <a:br/>
            <a:r>
              <a:t>Roadmap development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371600"/>
            <a:ext cx="3566160" cy="4114800"/>
          </a:xfrm>
          <a:prstGeom prst="roundRect">
            <a:avLst/>
          </a:prstGeom>
          <a:solidFill>
            <a:srgbClr val="5BC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0560" y="155448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2194560"/>
            <a:ext cx="192024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5BC2A7"/>
                </a:solidFill>
                <a:latin typeface="Arial"/>
              </a:defRPr>
            </a:pPr>
            <a:r>
              <a:t>6-12 weeks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834640"/>
            <a:ext cx="30175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Landing zone deployment</a:t>
            </a:r>
            <a:br/>
            <a:r>
              <a:t>Governance framework</a:t>
            </a:r>
            <a:br/>
            <a:r>
              <a:t>Initial agent pilots</a:t>
            </a:r>
            <a:br/>
            <a:r>
              <a:t>Team enablement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371600"/>
            <a:ext cx="3566160" cy="4114800"/>
          </a:xfrm>
          <a:prstGeom prst="roundRect">
            <a:avLst/>
          </a:prstGeom>
          <a:solidFill>
            <a:srgbClr val="F5B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21040" y="155448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Scale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194560"/>
            <a:ext cx="192024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5BB41"/>
                </a:solidFill>
                <a:latin typeface="Arial"/>
              </a:defRPr>
            </a:pPr>
            <a:r>
              <a:t>Ongoing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2834640"/>
            <a:ext cx="30175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Production deployment</a:t>
            </a:r>
            <a:br/>
            <a:r>
              <a:t>Continuous optimization</a:t>
            </a:r>
            <a:br/>
            <a:r>
              <a:t>Capability expansion</a:t>
            </a:r>
            <a:br/>
            <a:r>
              <a:t>Center of excellence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669280"/>
            <a:ext cx="10698480" cy="5486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58064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Arial"/>
              </a:defRPr>
            </a:pPr>
            <a:r>
              <a:t>What Improving Brings: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26378" y="5806440"/>
            <a:ext cx="7315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596"/>
                </a:solidFill>
                <a:latin typeface="Arial"/>
              </a:defRPr>
            </a:pPr>
            <a:r>
              <a:rPr dirty="0"/>
              <a:t>Deep </a:t>
            </a:r>
            <a:r>
              <a:rPr lang="en-US" dirty="0"/>
              <a:t>Cloud</a:t>
            </a:r>
            <a:r>
              <a:rPr dirty="0"/>
              <a:t> &amp; AI expertise  •  Proven methodology  •  Enterprise experience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Lessons Learned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D2EB557-2CD6-592D-61FC-28D29F4688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489" y="434446"/>
            <a:ext cx="11205668" cy="667808"/>
          </a:xfrm>
        </p:spPr>
        <p:txBody>
          <a:bodyPr anchor="b">
            <a:normAutofit/>
          </a:bodyPr>
          <a:lstStyle/>
          <a:p>
            <a:r>
              <a:t>Lessons Learned From the Field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468313" y="1030638"/>
            <a:ext cx="11206162" cy="667809"/>
          </a:xfrm>
        </p:spPr>
        <p:txBody>
          <a:bodyPr>
            <a:normAutofit/>
          </a:bodyPr>
          <a:lstStyle/>
          <a:p>
            <a:r>
              <a:t>[Add key lessons from client engagements here]</a:t>
            </a:r>
          </a:p>
        </p:txBody>
      </p:sp>
      <p:graphicFrame>
        <p:nvGraphicFramePr>
          <p:cNvPr id="12" name="Content Placeholder 9">
            <a:extLst>
              <a:ext uri="{FF2B5EF4-FFF2-40B4-BE49-F238E27FC236}">
                <a16:creationId xmlns:a16="http://schemas.microsoft.com/office/drawing/2014/main" id="{5D9B356B-5114-2BA7-E33A-034F302821F2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2188249547"/>
              </p:ext>
            </p:extLst>
          </p:nvPr>
        </p:nvGraphicFramePr>
        <p:xfrm>
          <a:off x="468313" y="1885244"/>
          <a:ext cx="11206162" cy="39996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54C49-B848-8FC3-3F18-4BFF11073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CD49F22-5FB6-BC52-579F-E04E9906308B}"/>
              </a:ext>
            </a:extLst>
          </p:cNvPr>
          <p:cNvCxnSpPr>
            <a:cxnSpLocks/>
          </p:cNvCxnSpPr>
          <p:nvPr/>
        </p:nvCxnSpPr>
        <p:spPr>
          <a:xfrm>
            <a:off x="3137858" y="5896473"/>
            <a:ext cx="5810081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555C495-CDC3-7C7F-2B6B-EF59749604EB}"/>
              </a:ext>
            </a:extLst>
          </p:cNvPr>
          <p:cNvCxnSpPr>
            <a:cxnSpLocks/>
          </p:cNvCxnSpPr>
          <p:nvPr/>
        </p:nvCxnSpPr>
        <p:spPr>
          <a:xfrm flipV="1">
            <a:off x="3137858" y="580006"/>
            <a:ext cx="0" cy="5316467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F3363FE9-4B79-D537-B4BF-6DBFCAA9AB39}"/>
              </a:ext>
            </a:extLst>
          </p:cNvPr>
          <p:cNvSpPr txBox="1"/>
          <p:nvPr/>
        </p:nvSpPr>
        <p:spPr>
          <a:xfrm>
            <a:off x="5240036" y="5985485"/>
            <a:ext cx="1524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Demand Limit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8E70069-60B6-F74D-C12A-06C377A28365}"/>
              </a:ext>
            </a:extLst>
          </p:cNvPr>
          <p:cNvSpPr txBox="1"/>
          <p:nvPr/>
        </p:nvSpPr>
        <p:spPr>
          <a:xfrm>
            <a:off x="3137858" y="5985485"/>
            <a:ext cx="1086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Low Limit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176D02B-743A-79C3-8B4D-C315F0C2B742}"/>
              </a:ext>
            </a:extLst>
          </p:cNvPr>
          <p:cNvSpPr txBox="1"/>
          <p:nvPr/>
        </p:nvSpPr>
        <p:spPr>
          <a:xfrm>
            <a:off x="7494070" y="5985485"/>
            <a:ext cx="1130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High Limit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112506E-5F4F-976F-CEA6-D471DC522BAA}"/>
              </a:ext>
            </a:extLst>
          </p:cNvPr>
          <p:cNvSpPr txBox="1"/>
          <p:nvPr/>
        </p:nvSpPr>
        <p:spPr>
          <a:xfrm rot="16200000">
            <a:off x="2140209" y="3185641"/>
            <a:ext cx="1372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Time Impact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C610A94-92B9-FF76-9350-3A698F4DF32F}"/>
              </a:ext>
            </a:extLst>
          </p:cNvPr>
          <p:cNvSpPr txBox="1"/>
          <p:nvPr/>
        </p:nvSpPr>
        <p:spPr>
          <a:xfrm rot="16200000">
            <a:off x="2169063" y="1162632"/>
            <a:ext cx="1314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High Impact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FC33FD2-84CB-ED8C-5300-86872186A769}"/>
              </a:ext>
            </a:extLst>
          </p:cNvPr>
          <p:cNvSpPr txBox="1"/>
          <p:nvPr/>
        </p:nvSpPr>
        <p:spPr>
          <a:xfrm rot="16200000">
            <a:off x="2191153" y="4988816"/>
            <a:ext cx="12706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Low Impact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B089A8C-2557-F33B-66DF-CA46227FD337}"/>
              </a:ext>
            </a:extLst>
          </p:cNvPr>
          <p:cNvSpPr/>
          <p:nvPr/>
        </p:nvSpPr>
        <p:spPr>
          <a:xfrm>
            <a:off x="3625306" y="1040389"/>
            <a:ext cx="202301" cy="20230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B87A3CF-8987-BD64-E36C-71092358FEEA}"/>
              </a:ext>
            </a:extLst>
          </p:cNvPr>
          <p:cNvSpPr/>
          <p:nvPr/>
        </p:nvSpPr>
        <p:spPr>
          <a:xfrm>
            <a:off x="3930106" y="838088"/>
            <a:ext cx="202301" cy="20230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D3F481C-EA60-6D1C-2803-5307B9D1DFF5}"/>
              </a:ext>
            </a:extLst>
          </p:cNvPr>
          <p:cNvSpPr/>
          <p:nvPr/>
        </p:nvSpPr>
        <p:spPr>
          <a:xfrm>
            <a:off x="4132407" y="1347297"/>
            <a:ext cx="202301" cy="20230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1B26650-D89D-CDD3-8E99-E5262166AD61}"/>
              </a:ext>
            </a:extLst>
          </p:cNvPr>
          <p:cNvSpPr/>
          <p:nvPr/>
        </p:nvSpPr>
        <p:spPr>
          <a:xfrm>
            <a:off x="4021622" y="1903539"/>
            <a:ext cx="202301" cy="20230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88B1690-826D-14E3-232E-750A2DDF9135}"/>
              </a:ext>
            </a:extLst>
          </p:cNvPr>
          <p:cNvSpPr/>
          <p:nvPr/>
        </p:nvSpPr>
        <p:spPr>
          <a:xfrm>
            <a:off x="4914637" y="2165079"/>
            <a:ext cx="202301" cy="20230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3E19CBD-9C0F-FC19-E2CF-CF048FFAAABD}"/>
              </a:ext>
            </a:extLst>
          </p:cNvPr>
          <p:cNvSpPr/>
          <p:nvPr/>
        </p:nvSpPr>
        <p:spPr>
          <a:xfrm>
            <a:off x="3585232" y="2069427"/>
            <a:ext cx="202301" cy="20230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58FAAA7-6D39-AAFC-5860-21D71C5C9907}"/>
              </a:ext>
            </a:extLst>
          </p:cNvPr>
          <p:cNvSpPr/>
          <p:nvPr/>
        </p:nvSpPr>
        <p:spPr>
          <a:xfrm>
            <a:off x="7392919" y="1398929"/>
            <a:ext cx="202301" cy="20230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3B62198-919D-23A0-2957-D28E9013C122}"/>
              </a:ext>
            </a:extLst>
          </p:cNvPr>
          <p:cNvSpPr/>
          <p:nvPr/>
        </p:nvSpPr>
        <p:spPr>
          <a:xfrm>
            <a:off x="3555752" y="5236109"/>
            <a:ext cx="202301" cy="20230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CD5B243-98A8-0E45-7BB6-DA6B45B4B2BA}"/>
              </a:ext>
            </a:extLst>
          </p:cNvPr>
          <p:cNvSpPr/>
          <p:nvPr/>
        </p:nvSpPr>
        <p:spPr>
          <a:xfrm>
            <a:off x="6257711" y="1075940"/>
            <a:ext cx="202301" cy="202301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8001A24-5CE1-0947-C276-4F39C2BF0B61}"/>
              </a:ext>
            </a:extLst>
          </p:cNvPr>
          <p:cNvSpPr/>
          <p:nvPr/>
        </p:nvSpPr>
        <p:spPr>
          <a:xfrm>
            <a:off x="6562511" y="873639"/>
            <a:ext cx="202301" cy="202301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716CC0F-59DF-F5E1-6CDC-48E60252BD32}"/>
              </a:ext>
            </a:extLst>
          </p:cNvPr>
          <p:cNvSpPr/>
          <p:nvPr/>
        </p:nvSpPr>
        <p:spPr>
          <a:xfrm>
            <a:off x="7991151" y="1092611"/>
            <a:ext cx="202301" cy="202301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B85B5A7-D7BF-B87E-F6C1-C4546955FE3D}"/>
              </a:ext>
            </a:extLst>
          </p:cNvPr>
          <p:cNvSpPr/>
          <p:nvPr/>
        </p:nvSpPr>
        <p:spPr>
          <a:xfrm>
            <a:off x="7880366" y="1648853"/>
            <a:ext cx="202301" cy="202301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3E3E499-A7B2-B529-A453-277867575EA4}"/>
              </a:ext>
            </a:extLst>
          </p:cNvPr>
          <p:cNvSpPr/>
          <p:nvPr/>
        </p:nvSpPr>
        <p:spPr>
          <a:xfrm>
            <a:off x="7392918" y="4231731"/>
            <a:ext cx="202301" cy="202301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E5273C9-4B4E-396F-35C3-DB45160EDCE7}"/>
              </a:ext>
            </a:extLst>
          </p:cNvPr>
          <p:cNvSpPr/>
          <p:nvPr/>
        </p:nvSpPr>
        <p:spPr>
          <a:xfrm>
            <a:off x="6217637" y="2104978"/>
            <a:ext cx="202301" cy="202301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A98EA88-9D2C-6D5A-A603-69040E067A85}"/>
              </a:ext>
            </a:extLst>
          </p:cNvPr>
          <p:cNvSpPr/>
          <p:nvPr/>
        </p:nvSpPr>
        <p:spPr>
          <a:xfrm>
            <a:off x="7829810" y="5085545"/>
            <a:ext cx="202301" cy="202301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90CD512-4A83-201D-0D2A-30AF6CC9A85D}"/>
              </a:ext>
            </a:extLst>
          </p:cNvPr>
          <p:cNvSpPr/>
          <p:nvPr/>
        </p:nvSpPr>
        <p:spPr>
          <a:xfrm>
            <a:off x="6188157" y="5271660"/>
            <a:ext cx="202301" cy="202301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C662604-6891-1F4F-B6BB-86CA6DBF2117}"/>
              </a:ext>
            </a:extLst>
          </p:cNvPr>
          <p:cNvSpPr/>
          <p:nvPr/>
        </p:nvSpPr>
        <p:spPr>
          <a:xfrm>
            <a:off x="4031256" y="3112676"/>
            <a:ext cx="202301" cy="202301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7DE04E5-F41D-689E-AEA2-E2EB2DBC22B9}"/>
              </a:ext>
            </a:extLst>
          </p:cNvPr>
          <p:cNvSpPr/>
          <p:nvPr/>
        </p:nvSpPr>
        <p:spPr>
          <a:xfrm>
            <a:off x="9269662" y="3071026"/>
            <a:ext cx="202301" cy="202301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03378C1-AF76-7BB5-7038-E1DC91D4FACF}"/>
              </a:ext>
            </a:extLst>
          </p:cNvPr>
          <p:cNvSpPr/>
          <p:nvPr/>
        </p:nvSpPr>
        <p:spPr>
          <a:xfrm>
            <a:off x="9269661" y="2666425"/>
            <a:ext cx="202301" cy="20230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DC8A7D2-87BB-AD34-2247-60BEB1576784}"/>
              </a:ext>
            </a:extLst>
          </p:cNvPr>
          <p:cNvSpPr txBox="1"/>
          <p:nvPr/>
        </p:nvSpPr>
        <p:spPr>
          <a:xfrm>
            <a:off x="9580435" y="2582909"/>
            <a:ext cx="2120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Accounting Clerk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4EFF9F1-E65C-C824-463C-CFA9D5C8E460}"/>
              </a:ext>
            </a:extLst>
          </p:cNvPr>
          <p:cNvSpPr txBox="1"/>
          <p:nvPr/>
        </p:nvSpPr>
        <p:spPr>
          <a:xfrm>
            <a:off x="9574462" y="2987510"/>
            <a:ext cx="2120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Software Developer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D8CDF2B-FB62-9D53-9A6F-126177C800B0}"/>
              </a:ext>
            </a:extLst>
          </p:cNvPr>
          <p:cNvSpPr/>
          <p:nvPr/>
        </p:nvSpPr>
        <p:spPr>
          <a:xfrm>
            <a:off x="9269662" y="3513083"/>
            <a:ext cx="202301" cy="202301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58DF110-724C-3078-4DEC-AE525B858C59}"/>
              </a:ext>
            </a:extLst>
          </p:cNvPr>
          <p:cNvSpPr txBox="1"/>
          <p:nvPr/>
        </p:nvSpPr>
        <p:spPr>
          <a:xfrm>
            <a:off x="9574462" y="3429567"/>
            <a:ext cx="2120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Sales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20B2B9F-22EA-5249-6192-313CC93C3C46}"/>
              </a:ext>
            </a:extLst>
          </p:cNvPr>
          <p:cNvSpPr/>
          <p:nvPr/>
        </p:nvSpPr>
        <p:spPr>
          <a:xfrm>
            <a:off x="4762707" y="1269423"/>
            <a:ext cx="202301" cy="202301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22D33FF1-60C4-1ACD-2403-1A8376F5BA30}"/>
              </a:ext>
            </a:extLst>
          </p:cNvPr>
          <p:cNvSpPr/>
          <p:nvPr/>
        </p:nvSpPr>
        <p:spPr>
          <a:xfrm>
            <a:off x="7115273" y="2582909"/>
            <a:ext cx="202301" cy="202301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680801DC-5053-FB37-FED1-F843DC2162B1}"/>
              </a:ext>
            </a:extLst>
          </p:cNvPr>
          <p:cNvSpPr/>
          <p:nvPr/>
        </p:nvSpPr>
        <p:spPr>
          <a:xfrm>
            <a:off x="6609341" y="4995150"/>
            <a:ext cx="202301" cy="202301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313D2E2D-7F59-BCB3-C7BE-36CDA9B00166}"/>
              </a:ext>
            </a:extLst>
          </p:cNvPr>
          <p:cNvSpPr/>
          <p:nvPr/>
        </p:nvSpPr>
        <p:spPr>
          <a:xfrm>
            <a:off x="5016037" y="4916994"/>
            <a:ext cx="202301" cy="202301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CBDB4500-C70B-0C03-9FF8-3F1FB2A7B3F8}"/>
              </a:ext>
            </a:extLst>
          </p:cNvPr>
          <p:cNvSpPr/>
          <p:nvPr/>
        </p:nvSpPr>
        <p:spPr>
          <a:xfrm>
            <a:off x="8034693" y="4464566"/>
            <a:ext cx="202301" cy="202301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B4FE9210-7EA1-40CC-F15C-BA83661711DA}"/>
              </a:ext>
            </a:extLst>
          </p:cNvPr>
          <p:cNvSpPr/>
          <p:nvPr/>
        </p:nvSpPr>
        <p:spPr>
          <a:xfrm>
            <a:off x="5164238" y="1565960"/>
            <a:ext cx="202301" cy="202301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53C88BA-58EC-DC52-488A-21EAE5A48247}"/>
              </a:ext>
            </a:extLst>
          </p:cNvPr>
          <p:cNvSpPr/>
          <p:nvPr/>
        </p:nvSpPr>
        <p:spPr>
          <a:xfrm>
            <a:off x="8471585" y="5318380"/>
            <a:ext cx="202301" cy="202301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8F80A71C-EA49-357C-4F92-058BFADCAB78}"/>
              </a:ext>
            </a:extLst>
          </p:cNvPr>
          <p:cNvSpPr/>
          <p:nvPr/>
        </p:nvSpPr>
        <p:spPr>
          <a:xfrm>
            <a:off x="6829932" y="5504495"/>
            <a:ext cx="202301" cy="202301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3083C1-A6D6-459C-EDD0-924F03771FD7}"/>
              </a:ext>
            </a:extLst>
          </p:cNvPr>
          <p:cNvSpPr/>
          <p:nvPr/>
        </p:nvSpPr>
        <p:spPr>
          <a:xfrm>
            <a:off x="3874646" y="4575117"/>
            <a:ext cx="202301" cy="202301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615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3" grpId="0"/>
      <p:bldP spid="24" grpId="0"/>
      <p:bldP spid="25" grpId="0" animBg="1"/>
      <p:bldP spid="34" grpId="0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38273-B5D4-D0E1-0988-290B29F0F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604F602-240B-9885-3228-0EEFFF07A9D3}"/>
              </a:ext>
            </a:extLst>
          </p:cNvPr>
          <p:cNvCxnSpPr>
            <a:cxnSpLocks/>
          </p:cNvCxnSpPr>
          <p:nvPr/>
        </p:nvCxnSpPr>
        <p:spPr>
          <a:xfrm>
            <a:off x="2482249" y="5954425"/>
            <a:ext cx="5810081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0FA2439-92F1-27DB-4C31-AB3AF060FB32}"/>
              </a:ext>
            </a:extLst>
          </p:cNvPr>
          <p:cNvCxnSpPr>
            <a:cxnSpLocks/>
          </p:cNvCxnSpPr>
          <p:nvPr/>
        </p:nvCxnSpPr>
        <p:spPr>
          <a:xfrm flipV="1">
            <a:off x="2482249" y="637958"/>
            <a:ext cx="0" cy="5316467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E5E9D2C-1918-2DFA-8FDE-97A6C7171DA6}"/>
              </a:ext>
            </a:extLst>
          </p:cNvPr>
          <p:cNvSpPr txBox="1"/>
          <p:nvPr/>
        </p:nvSpPr>
        <p:spPr>
          <a:xfrm>
            <a:off x="4584427" y="6043437"/>
            <a:ext cx="1524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Demand Limit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F6DD40-0787-2C15-1016-734EC723781A}"/>
              </a:ext>
            </a:extLst>
          </p:cNvPr>
          <p:cNvSpPr txBox="1"/>
          <p:nvPr/>
        </p:nvSpPr>
        <p:spPr>
          <a:xfrm>
            <a:off x="2482249" y="6043437"/>
            <a:ext cx="1086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Low Limit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CDADAA1-C8D4-D5B3-ACED-17469169A9DE}"/>
              </a:ext>
            </a:extLst>
          </p:cNvPr>
          <p:cNvSpPr txBox="1"/>
          <p:nvPr/>
        </p:nvSpPr>
        <p:spPr>
          <a:xfrm>
            <a:off x="6838461" y="6043437"/>
            <a:ext cx="1130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High Limit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578A4DE-3CC2-2DF3-4080-CE6CC1D597ED}"/>
              </a:ext>
            </a:extLst>
          </p:cNvPr>
          <p:cNvSpPr txBox="1"/>
          <p:nvPr/>
        </p:nvSpPr>
        <p:spPr>
          <a:xfrm rot="16200000">
            <a:off x="1484600" y="3243593"/>
            <a:ext cx="1372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Time Impact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6C2FD84-9C89-C7FF-59F5-6DF134C8C361}"/>
              </a:ext>
            </a:extLst>
          </p:cNvPr>
          <p:cNvSpPr txBox="1"/>
          <p:nvPr/>
        </p:nvSpPr>
        <p:spPr>
          <a:xfrm rot="16200000">
            <a:off x="1513454" y="1220584"/>
            <a:ext cx="1314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High Impact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F2D55B1-7BAC-618E-AF84-73C3E513941D}"/>
              </a:ext>
            </a:extLst>
          </p:cNvPr>
          <p:cNvSpPr txBox="1"/>
          <p:nvPr/>
        </p:nvSpPr>
        <p:spPr>
          <a:xfrm rot="16200000">
            <a:off x="1535544" y="5046768"/>
            <a:ext cx="12706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Low Impact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DDF14A1E-2718-247D-0724-C74A61198549}"/>
              </a:ext>
            </a:extLst>
          </p:cNvPr>
          <p:cNvSpPr/>
          <p:nvPr/>
        </p:nvSpPr>
        <p:spPr>
          <a:xfrm>
            <a:off x="2969697" y="1098341"/>
            <a:ext cx="202301" cy="20230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75EA7E1-4B6B-26EA-19AD-318DD8F9C7F6}"/>
              </a:ext>
            </a:extLst>
          </p:cNvPr>
          <p:cNvSpPr/>
          <p:nvPr/>
        </p:nvSpPr>
        <p:spPr>
          <a:xfrm>
            <a:off x="3274497" y="896040"/>
            <a:ext cx="202301" cy="20230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78FE7A6-9DA9-DB29-2D0B-CC1404C52B78}"/>
              </a:ext>
            </a:extLst>
          </p:cNvPr>
          <p:cNvSpPr/>
          <p:nvPr/>
        </p:nvSpPr>
        <p:spPr>
          <a:xfrm>
            <a:off x="3476798" y="1405249"/>
            <a:ext cx="202301" cy="20230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9A83C51-465B-4A84-CEB9-D76E4D2A5986}"/>
              </a:ext>
            </a:extLst>
          </p:cNvPr>
          <p:cNvSpPr/>
          <p:nvPr/>
        </p:nvSpPr>
        <p:spPr>
          <a:xfrm>
            <a:off x="3366013" y="1961491"/>
            <a:ext cx="202301" cy="20230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68BFE76-EE82-1FE3-700F-3919664A5DDB}"/>
              </a:ext>
            </a:extLst>
          </p:cNvPr>
          <p:cNvSpPr/>
          <p:nvPr/>
        </p:nvSpPr>
        <p:spPr>
          <a:xfrm>
            <a:off x="4259028" y="2223031"/>
            <a:ext cx="202301" cy="20230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491C42E-4C05-0199-DEED-D79C3EE46FB5}"/>
              </a:ext>
            </a:extLst>
          </p:cNvPr>
          <p:cNvSpPr/>
          <p:nvPr/>
        </p:nvSpPr>
        <p:spPr>
          <a:xfrm>
            <a:off x="2929623" y="2127379"/>
            <a:ext cx="202301" cy="20230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3CAE1FB-29E9-D682-F857-A7EAF4E94885}"/>
              </a:ext>
            </a:extLst>
          </p:cNvPr>
          <p:cNvSpPr/>
          <p:nvPr/>
        </p:nvSpPr>
        <p:spPr>
          <a:xfrm>
            <a:off x="6737310" y="1456881"/>
            <a:ext cx="202301" cy="20230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E15B18F-33D3-8122-5696-F8AF892B4690}"/>
              </a:ext>
            </a:extLst>
          </p:cNvPr>
          <p:cNvSpPr/>
          <p:nvPr/>
        </p:nvSpPr>
        <p:spPr>
          <a:xfrm>
            <a:off x="2900143" y="5294061"/>
            <a:ext cx="202301" cy="20230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94725B3-1C88-E6EE-C4A5-D414EA578971}"/>
              </a:ext>
            </a:extLst>
          </p:cNvPr>
          <p:cNvSpPr/>
          <p:nvPr/>
        </p:nvSpPr>
        <p:spPr>
          <a:xfrm>
            <a:off x="5602102" y="1133892"/>
            <a:ext cx="202301" cy="202301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7534C6C-E577-FD12-88E9-4ABB4BEFE5E1}"/>
              </a:ext>
            </a:extLst>
          </p:cNvPr>
          <p:cNvSpPr/>
          <p:nvPr/>
        </p:nvSpPr>
        <p:spPr>
          <a:xfrm>
            <a:off x="5906902" y="931591"/>
            <a:ext cx="202301" cy="202301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EA86377-81C6-6C74-6F6A-74ACC5F050EC}"/>
              </a:ext>
            </a:extLst>
          </p:cNvPr>
          <p:cNvSpPr/>
          <p:nvPr/>
        </p:nvSpPr>
        <p:spPr>
          <a:xfrm>
            <a:off x="7335542" y="1150563"/>
            <a:ext cx="202301" cy="202301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1DA7BCD-85C6-940A-4B7F-FD06748564B7}"/>
              </a:ext>
            </a:extLst>
          </p:cNvPr>
          <p:cNvSpPr/>
          <p:nvPr/>
        </p:nvSpPr>
        <p:spPr>
          <a:xfrm>
            <a:off x="7224757" y="1706805"/>
            <a:ext cx="202301" cy="202301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F3FE5BA-D8B4-C371-25FC-18019DA3E8E0}"/>
              </a:ext>
            </a:extLst>
          </p:cNvPr>
          <p:cNvSpPr/>
          <p:nvPr/>
        </p:nvSpPr>
        <p:spPr>
          <a:xfrm>
            <a:off x="6737309" y="4289683"/>
            <a:ext cx="202301" cy="202301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6A94CF0-B627-1887-1EB9-16A422CE8FA5}"/>
              </a:ext>
            </a:extLst>
          </p:cNvPr>
          <p:cNvSpPr/>
          <p:nvPr/>
        </p:nvSpPr>
        <p:spPr>
          <a:xfrm>
            <a:off x="5562028" y="2162930"/>
            <a:ext cx="202301" cy="202301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B77C10E-4D74-9C01-129B-34E0889D2BF0}"/>
              </a:ext>
            </a:extLst>
          </p:cNvPr>
          <p:cNvSpPr/>
          <p:nvPr/>
        </p:nvSpPr>
        <p:spPr>
          <a:xfrm>
            <a:off x="7174201" y="5143497"/>
            <a:ext cx="202301" cy="202301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C845601-4CBC-33D8-703A-3983E88891E4}"/>
              </a:ext>
            </a:extLst>
          </p:cNvPr>
          <p:cNvSpPr/>
          <p:nvPr/>
        </p:nvSpPr>
        <p:spPr>
          <a:xfrm>
            <a:off x="5532548" y="5329612"/>
            <a:ext cx="202301" cy="202301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09678F3-0FB7-D93D-B6C2-B30A035B5589}"/>
              </a:ext>
            </a:extLst>
          </p:cNvPr>
          <p:cNvSpPr/>
          <p:nvPr/>
        </p:nvSpPr>
        <p:spPr>
          <a:xfrm>
            <a:off x="3375647" y="3170628"/>
            <a:ext cx="202301" cy="202301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23E86EB-ED9E-337A-E84D-2E661BCB85B5}"/>
              </a:ext>
            </a:extLst>
          </p:cNvPr>
          <p:cNvSpPr/>
          <p:nvPr/>
        </p:nvSpPr>
        <p:spPr>
          <a:xfrm>
            <a:off x="8614055" y="3146613"/>
            <a:ext cx="202301" cy="202301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01DEA83-DA2B-649A-A19D-0D12D260B4D6}"/>
              </a:ext>
            </a:extLst>
          </p:cNvPr>
          <p:cNvSpPr/>
          <p:nvPr/>
        </p:nvSpPr>
        <p:spPr>
          <a:xfrm>
            <a:off x="8614054" y="2742012"/>
            <a:ext cx="202301" cy="20230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0BB5FDE-FEE2-48C7-FB15-54E6C281C76B}"/>
              </a:ext>
            </a:extLst>
          </p:cNvPr>
          <p:cNvSpPr txBox="1"/>
          <p:nvPr/>
        </p:nvSpPr>
        <p:spPr>
          <a:xfrm>
            <a:off x="8924828" y="2658496"/>
            <a:ext cx="2120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Accounting Clerk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4468807-1603-E8E3-67CE-8339B6E2874C}"/>
              </a:ext>
            </a:extLst>
          </p:cNvPr>
          <p:cNvSpPr txBox="1"/>
          <p:nvPr/>
        </p:nvSpPr>
        <p:spPr>
          <a:xfrm>
            <a:off x="8918855" y="3063097"/>
            <a:ext cx="2120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Software Developer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CEBDF4C-B98F-5C8F-83B9-825E92276C8B}"/>
              </a:ext>
            </a:extLst>
          </p:cNvPr>
          <p:cNvSpPr/>
          <p:nvPr/>
        </p:nvSpPr>
        <p:spPr>
          <a:xfrm>
            <a:off x="8614055" y="3588670"/>
            <a:ext cx="202301" cy="202301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A612C32-96BA-3ACA-E8DF-5197CFDDFABE}"/>
              </a:ext>
            </a:extLst>
          </p:cNvPr>
          <p:cNvSpPr txBox="1"/>
          <p:nvPr/>
        </p:nvSpPr>
        <p:spPr>
          <a:xfrm>
            <a:off x="8918855" y="3505154"/>
            <a:ext cx="2120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Sales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D6EFF95-E243-95C5-63F0-604910200982}"/>
              </a:ext>
            </a:extLst>
          </p:cNvPr>
          <p:cNvSpPr/>
          <p:nvPr/>
        </p:nvSpPr>
        <p:spPr>
          <a:xfrm>
            <a:off x="4107098" y="1327375"/>
            <a:ext cx="202301" cy="202301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0334EF8-EEEB-293A-CFD2-145DE121BBAB}"/>
              </a:ext>
            </a:extLst>
          </p:cNvPr>
          <p:cNvSpPr/>
          <p:nvPr/>
        </p:nvSpPr>
        <p:spPr>
          <a:xfrm>
            <a:off x="6459664" y="2640861"/>
            <a:ext cx="202301" cy="202301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E0AE1FC7-C508-738C-3BAF-95DAB65A34F2}"/>
              </a:ext>
            </a:extLst>
          </p:cNvPr>
          <p:cNvSpPr/>
          <p:nvPr/>
        </p:nvSpPr>
        <p:spPr>
          <a:xfrm>
            <a:off x="5953732" y="5053102"/>
            <a:ext cx="202301" cy="202301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20E5FBC2-F05F-9117-0738-8C12F000EC82}"/>
              </a:ext>
            </a:extLst>
          </p:cNvPr>
          <p:cNvSpPr/>
          <p:nvPr/>
        </p:nvSpPr>
        <p:spPr>
          <a:xfrm>
            <a:off x="4360428" y="4974946"/>
            <a:ext cx="202301" cy="202301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F35D8ADC-01ED-9E65-3465-BEAAF218016E}"/>
              </a:ext>
            </a:extLst>
          </p:cNvPr>
          <p:cNvSpPr/>
          <p:nvPr/>
        </p:nvSpPr>
        <p:spPr>
          <a:xfrm>
            <a:off x="7379084" y="4522518"/>
            <a:ext cx="202301" cy="202301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CA894DA4-DEF5-D1E2-1EF5-EBC2408DBA45}"/>
              </a:ext>
            </a:extLst>
          </p:cNvPr>
          <p:cNvSpPr/>
          <p:nvPr/>
        </p:nvSpPr>
        <p:spPr>
          <a:xfrm>
            <a:off x="4508629" y="1623912"/>
            <a:ext cx="202301" cy="202301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C6EC96E0-7749-F6E2-4149-47B35D9402E0}"/>
              </a:ext>
            </a:extLst>
          </p:cNvPr>
          <p:cNvSpPr/>
          <p:nvPr/>
        </p:nvSpPr>
        <p:spPr>
          <a:xfrm>
            <a:off x="7815976" y="5376332"/>
            <a:ext cx="202301" cy="202301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B9D9FC8-37B4-B029-31AF-99B965F37A03}"/>
              </a:ext>
            </a:extLst>
          </p:cNvPr>
          <p:cNvSpPr/>
          <p:nvPr/>
        </p:nvSpPr>
        <p:spPr>
          <a:xfrm>
            <a:off x="6174323" y="5562447"/>
            <a:ext cx="202301" cy="202301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89290EA2-8C7C-6A2A-9527-68E3A9DF89B0}"/>
              </a:ext>
            </a:extLst>
          </p:cNvPr>
          <p:cNvSpPr/>
          <p:nvPr/>
        </p:nvSpPr>
        <p:spPr>
          <a:xfrm>
            <a:off x="3219037" y="4633069"/>
            <a:ext cx="202301" cy="202301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B80F5DD9-E910-9315-02B0-8AE1CCE537BC}"/>
              </a:ext>
            </a:extLst>
          </p:cNvPr>
          <p:cNvSpPr/>
          <p:nvPr/>
        </p:nvSpPr>
        <p:spPr>
          <a:xfrm>
            <a:off x="2587444" y="3273389"/>
            <a:ext cx="2759371" cy="25933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/>
              <a:t>Wait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404AB913-6BFD-8675-36DE-2CA716E35D01}"/>
              </a:ext>
            </a:extLst>
          </p:cNvPr>
          <p:cNvSpPr/>
          <p:nvPr/>
        </p:nvSpPr>
        <p:spPr>
          <a:xfrm>
            <a:off x="5470907" y="3310859"/>
            <a:ext cx="2735108" cy="2570545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/>
              <a:t>Scale by headcount + Incremental Improvement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3A629313-D662-E3A7-6EE7-670F40533031}"/>
              </a:ext>
            </a:extLst>
          </p:cNvPr>
          <p:cNvSpPr/>
          <p:nvPr/>
        </p:nvSpPr>
        <p:spPr>
          <a:xfrm>
            <a:off x="2587444" y="613833"/>
            <a:ext cx="2735108" cy="2570545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/>
              <a:t>Reduce the headcount or </a:t>
            </a:r>
          </a:p>
          <a:p>
            <a:pPr algn="ctr"/>
            <a:r>
              <a:rPr lang="en-US" sz="3200"/>
              <a:t>Grow the role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F92DC1F0-72A3-AF8F-B64A-361835929731}"/>
              </a:ext>
            </a:extLst>
          </p:cNvPr>
          <p:cNvSpPr/>
          <p:nvPr/>
        </p:nvSpPr>
        <p:spPr>
          <a:xfrm>
            <a:off x="5470907" y="613832"/>
            <a:ext cx="2735108" cy="2570545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/>
              <a:t>Do More</a:t>
            </a:r>
          </a:p>
        </p:txBody>
      </p:sp>
    </p:spTree>
    <p:extLst>
      <p:ext uri="{BB962C8B-B14F-4D97-AF65-F5344CB8AC3E}">
        <p14:creationId xmlns:p14="http://schemas.microsoft.com/office/powerpoint/2010/main" val="3415078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35" grpId="0" animBg="1"/>
      <p:bldP spid="3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Deep Learning Program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Team Upskilling Track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AI Deep Learning Program</a:t>
            </a:r>
          </a:p>
        </p:txBody>
      </p:sp>
      <p:pic>
        <p:nvPicPr>
          <p:cNvPr id="3" name="Picture 2" descr="dlp_team_upskilling.png"/>
          <p:cNvPicPr>
            <a:picLocks noChangeAspect="1"/>
          </p:cNvPicPr>
          <p:nvPr/>
        </p:nvPicPr>
        <p:blipFill>
          <a:blip r:embed="rId2"/>
          <a:srcRect b="5025"/>
          <a:stretch>
            <a:fillRect/>
          </a:stretch>
        </p:blipFill>
        <p:spPr>
          <a:xfrm>
            <a:off x="3976255" y="1096619"/>
            <a:ext cx="4239490" cy="52107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582B8-F24D-5E10-C141-33A9E2553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Governance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4F5792-DB66-634D-4B2C-3C8820F38F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020"/>
          <a:stretch>
            <a:fillRect/>
          </a:stretch>
        </p:blipFill>
        <p:spPr>
          <a:xfrm>
            <a:off x="3446318" y="941044"/>
            <a:ext cx="4242955" cy="5379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1407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597D3"/>
      </a:accent1>
      <a:accent2>
        <a:srgbClr val="005596"/>
      </a:accent2>
      <a:accent3>
        <a:srgbClr val="FF9300"/>
      </a:accent3>
      <a:accent4>
        <a:srgbClr val="5BC2A7"/>
      </a:accent4>
      <a:accent5>
        <a:srgbClr val="606060"/>
      </a:accent5>
      <a:accent6>
        <a:srgbClr val="F5BB41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tarter - Original" id="{C9864E8A-083D-9143-A3BB-BDC8B1AF051A}" vid="{2C334C52-8F5C-594E-AFDE-17D6559B112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41A843C3812949A5F6B27F5EC29832" ma:contentTypeVersion="11" ma:contentTypeDescription="Create a new document." ma:contentTypeScope="" ma:versionID="fccea7865305657c6d33b8297ef8721e">
  <xsd:schema xmlns:xsd="http://www.w3.org/2001/XMLSchema" xmlns:xs="http://www.w3.org/2001/XMLSchema" xmlns:p="http://schemas.microsoft.com/office/2006/metadata/properties" xmlns:ns2="3d5d3f08-0b2c-40bd-a435-45d6327d0872" xmlns:ns3="ec7e3bb3-4c41-4ad0-bd22-cfcb83294da6" targetNamespace="http://schemas.microsoft.com/office/2006/metadata/properties" ma:root="true" ma:fieldsID="b1b688b7a187d277d384d6935c342fce" ns2:_="" ns3:_="">
    <xsd:import namespace="3d5d3f08-0b2c-40bd-a435-45d6327d0872"/>
    <xsd:import namespace="ec7e3bb3-4c41-4ad0-bd22-cfcb83294d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5d3f08-0b2c-40bd-a435-45d6327d087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3ec4b94-83e3-4fb0-b3dc-ba71559991c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7e3bb3-4c41-4ad0-bd22-cfcb83294da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3e68ec2-8d76-4b7e-b581-22361f85f192}" ma:internalName="TaxCatchAll" ma:showField="CatchAllData" ma:web="ec7e3bb3-4c41-4ad0-bd22-cfcb83294da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c7e3bb3-4c41-4ad0-bd22-cfcb83294da6" xsi:nil="true"/>
    <lcf76f155ced4ddcb4097134ff3c332f xmlns="3d5d3f08-0b2c-40bd-a435-45d6327d087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5B829C4-43F0-4A50-B384-B0844E4101F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d5d3f08-0b2c-40bd-a435-45d6327d0872"/>
    <ds:schemaRef ds:uri="ec7e3bb3-4c41-4ad0-bd22-cfcb83294da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9CA52EB-0D60-4985-865B-EAD7D03E0EC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9BAF3CD-C042-4F87-9416-C829AD0E6787}">
  <ds:schemaRefs>
    <ds:schemaRef ds:uri="http://purl.org/dc/dcmitype/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3d5d3f08-0b2c-40bd-a435-45d6327d0872"/>
    <ds:schemaRef ds:uri="ec7e3bb3-4c41-4ad0-bd22-cfcb83294da6"/>
    <ds:schemaRef ds:uri="http://schemas.microsoft.com/office/2006/metadata/properties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</TotalTime>
  <Words>375</Words>
  <Application>Microsoft Macintosh PowerPoint</Application>
  <PresentationFormat>Widescreen</PresentationFormat>
  <Paragraphs>92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Khula</vt:lpstr>
      <vt:lpstr>Poppins SemiBold</vt:lpstr>
      <vt:lpstr>Calibri</vt:lpstr>
      <vt:lpstr>Century Gothic</vt:lpstr>
      <vt:lpstr>Arial</vt:lpstr>
      <vt:lpstr>Khula SemiBold</vt:lpstr>
      <vt:lpstr>Poppins Medium</vt:lpstr>
      <vt:lpstr>Poppins</vt:lpstr>
      <vt:lpstr>Office Theme</vt:lpstr>
      <vt:lpstr>Wendy's Quarterly Business Review</vt:lpstr>
      <vt:lpstr>Where Improving Sees Technology &amp; AI Going</vt:lpstr>
      <vt:lpstr>PowerPoint Presentation</vt:lpstr>
      <vt:lpstr>PowerPoint Presentation</vt:lpstr>
      <vt:lpstr>PowerPoint Presentation</vt:lpstr>
      <vt:lpstr>Lessons Learned</vt:lpstr>
      <vt:lpstr>Lessons Learned From the Field</vt:lpstr>
      <vt:lpstr>PowerPoint Presentation</vt:lpstr>
      <vt:lpstr>PowerPoint Presentation</vt:lpstr>
      <vt:lpstr>AI Deep Learning Program</vt:lpstr>
      <vt:lpstr>AI Deep Learning Program</vt:lpstr>
      <vt:lpstr>AI Governance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Rebeca Aguilar Rodriguez</dc:creator>
  <cp:lastModifiedBy>David O'Hara</cp:lastModifiedBy>
  <cp:revision>7</cp:revision>
  <dcterms:created xsi:type="dcterms:W3CDTF">2022-06-17T16:05:43Z</dcterms:created>
  <dcterms:modified xsi:type="dcterms:W3CDTF">2026-07-16T15:32:24Z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0x010100F341A843C3812949A5F6B27F5EC29832</vt:lpwstr>
  </property>
  <property fmtid="{D5CDD505-2E9C-101B-9397-08002B2CF9AE}" pid="3" name="MediaServiceImageTags">
    <vt:lpwstr/>
  </property>
</Properties>
</file>
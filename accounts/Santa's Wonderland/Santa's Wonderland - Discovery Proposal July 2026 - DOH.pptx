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13"/>
  </p:notesMasterIdLst>
  <p:handoutMasterIdLst>
    <p:handoutMasterId r:id="rId14"/>
  </p:handoutMasterIdLst>
  <p:sldIdLst>
    <p:sldId id="1303" r:id="rId5"/>
    <p:sldId id="355" r:id="rId6"/>
    <p:sldId id="1335" r:id="rId7"/>
    <p:sldId id="288" r:id="rId8"/>
    <p:sldId id="1334" r:id="rId9"/>
    <p:sldId id="260" r:id="rId10"/>
    <p:sldId id="261" r:id="rId11"/>
    <p:sldId id="262" r:id="rId12"/>
  </p:sldIdLst>
  <p:sldSz cx="12192000" cy="6858000"/>
  <p:notesSz cx="6858000" cy="9144000"/>
  <p:embeddedFontLst>
    <p:embeddedFont>
      <p:font typeface="Avenir Next Medium" panose="020B0503020202020204" pitchFamily="34" charset="0"/>
      <p:regular r:id="rId15"/>
      <p:italic r:id="rId16"/>
    </p:embeddedFont>
    <p:embeddedFont>
      <p:font typeface="Century Gothic" panose="020B0502020202020204" pitchFamily="34" charset="0"/>
      <p:regular r:id="rId17"/>
      <p:bold r:id="rId18"/>
      <p:italic r:id="rId19"/>
      <p:boldItalic r:id="rId20"/>
    </p:embeddedFont>
    <p:embeddedFont>
      <p:font typeface="Khula" panose="02000000000000000000" pitchFamily="2" charset="0"/>
      <p:regular r:id="rId21"/>
      <p:bold r:id="rId22"/>
    </p:embeddedFont>
    <p:embeddedFont>
      <p:font typeface="Khula SemiBold" panose="02000000000000000000" pitchFamily="2" charset="0"/>
      <p:regular r:id="rId23"/>
      <p:bold r:id="rId24"/>
    </p:embeddedFont>
    <p:embeddedFont>
      <p:font typeface="Poppins" pitchFamily="2" charset="77"/>
      <p:regular r:id="rId25"/>
      <p:bold r:id="rId26"/>
      <p:italic r:id="rId27"/>
      <p:boldItalic r:id="rId28"/>
    </p:embeddedFont>
    <p:embeddedFont>
      <p:font typeface="Poppins Medium" panose="00000600000000000000" pitchFamily="2" charset="77"/>
      <p:regular r:id="rId29"/>
      <p:italic r:id="rId30"/>
    </p:embeddedFont>
    <p:embeddedFont>
      <p:font typeface="Poppins SemiBold" panose="00000700000000000000" pitchFamily="2" charset="77"/>
      <p:regular r:id="rId31"/>
      <p:bold r:id="rId32"/>
      <p:italic r:id="rId33"/>
      <p:boldItalic r:id="rId34"/>
    </p:embeddedFont>
  </p:embeddedFontLst>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562E0C-A20F-D449-A324-BCB11A2AE5EF}">
          <p14:sldIdLst>
            <p14:sldId id="1303"/>
          </p14:sldIdLst>
        </p14:section>
        <p14:section name="Project Background" id="{BD134884-8502-8A40-8B7D-66C23F2B60D2}">
          <p14:sldIdLst>
            <p14:sldId id="355"/>
            <p14:sldId id="1335"/>
            <p14:sldId id="288"/>
          </p14:sldIdLst>
        </p14:section>
        <p14:section name="Recommended Approach" id="{B1D64C51-6AEF-0146-A95F-354E578CE578}">
          <p14:sldIdLst>
            <p14:sldId id="1334"/>
            <p14:sldId id="260"/>
            <p14:sldId id="261"/>
            <p14:sldId id="26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668D2C-460E-2094-F1D1-D466A73FBE4C}" name="Stephen Johnson" initials="SJ" userId="S::stephen.johnson@improving.com::1d515f5c-b02b-416c-877b-aeb9b5042a2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ave Reines" initials="DR" lastIdx="2" clrIdx="0">
    <p:extLst>
      <p:ext uri="{19B8F6BF-5375-455C-9EA6-DF929625EA0E}">
        <p15:presenceInfo xmlns:p15="http://schemas.microsoft.com/office/powerpoint/2012/main" userId="S::dave.reines@improving.com::d43de7de-d374-4b40-b1e4-df5f42ff0851" providerId="AD"/>
      </p:ext>
    </p:extLst>
  </p:cmAuthor>
  <p:cmAuthor id="2" name="Brian Pope" initials="BP" lastIdx="1" clrIdx="1">
    <p:extLst>
      <p:ext uri="{19B8F6BF-5375-455C-9EA6-DF929625EA0E}">
        <p15:presenceInfo xmlns:p15="http://schemas.microsoft.com/office/powerpoint/2012/main" userId="S::brian.pope@improving.com::0f7f7618-5ab6-41e1-899c-24d3d98a26b7" providerId="AD"/>
      </p:ext>
    </p:extLst>
  </p:cmAuthor>
  <p:cmAuthor id="3" name="Donald Sawyer" initials="" lastIdx="8" clrIdx="2"/>
  <p:cmAuthor id="4" name="Scott Poulin" initials="" lastIdx="2" clrIdx="3"/>
  <p:cmAuthor id="5" name="David Reines" initials="" lastIdx="1" clrIdx="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5596"/>
    <a:srgbClr val="5AC3A7"/>
    <a:srgbClr val="5CC3A8"/>
    <a:srgbClr val="E48736"/>
    <a:srgbClr val="CFDDEF"/>
    <a:srgbClr val="168FB2"/>
    <a:srgbClr val="EA592C"/>
    <a:srgbClr val="0F7975"/>
    <a:srgbClr val="4597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207E28-D96F-6945-8856-752717EDBEC6}" v="10" dt="2026-07-22T15:51:24.3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41"/>
    <p:restoredTop sz="94658"/>
  </p:normalViewPr>
  <p:slideViewPr>
    <p:cSldViewPr snapToGrid="0">
      <p:cViewPr varScale="1">
        <p:scale>
          <a:sx n="95" d="100"/>
          <a:sy n="95" d="100"/>
        </p:scale>
        <p:origin x="208" y="62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font" Target="fonts/font12.fntdata"/><Relationship Id="rId39" Type="http://schemas.openxmlformats.org/officeDocument/2006/relationships/tableStyles" Target="tableStyles.xml"/><Relationship Id="rId21" Type="http://schemas.openxmlformats.org/officeDocument/2006/relationships/font" Target="fonts/font7.fntdata"/><Relationship Id="rId34" Type="http://schemas.openxmlformats.org/officeDocument/2006/relationships/font" Target="fonts/font20.fntdata"/><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O'Hara" userId="8f90669b-8651-42ab-8d95-20602fbdf8e8" providerId="ADAL" clId="{A236AE32-B983-55C9-B7CE-2378BA1C83AB}"/>
    <pc:docChg chg="custSel modSld modMainMaster">
      <pc:chgData name="David O'Hara" userId="8f90669b-8651-42ab-8d95-20602fbdf8e8" providerId="ADAL" clId="{A236AE32-B983-55C9-B7CE-2378BA1C83AB}" dt="2026-07-22T15:51:24.341" v="239" actId="14826"/>
      <pc:docMkLst>
        <pc:docMk/>
      </pc:docMkLst>
      <pc:sldChg chg="modSp mod">
        <pc:chgData name="David O'Hara" userId="8f90669b-8651-42ab-8d95-20602fbdf8e8" providerId="ADAL" clId="{A236AE32-B983-55C9-B7CE-2378BA1C83AB}" dt="2026-07-20T20:58:32.112" v="6" actId="20577"/>
        <pc:sldMkLst>
          <pc:docMk/>
          <pc:sldMk cId="0" sldId="260"/>
        </pc:sldMkLst>
        <pc:spChg chg="mod">
          <ac:chgData name="David O'Hara" userId="8f90669b-8651-42ab-8d95-20602fbdf8e8" providerId="ADAL" clId="{A236AE32-B983-55C9-B7CE-2378BA1C83AB}" dt="2026-07-20T20:58:32.112" v="6" actId="20577"/>
          <ac:spMkLst>
            <pc:docMk/>
            <pc:sldMk cId="0" sldId="260"/>
            <ac:spMk id="7" creationId="{8B772F0C-A603-1AAE-F130-CB75D94E66CB}"/>
          </ac:spMkLst>
        </pc:spChg>
        <pc:spChg chg="mod">
          <ac:chgData name="David O'Hara" userId="8f90669b-8651-42ab-8d95-20602fbdf8e8" providerId="ADAL" clId="{A236AE32-B983-55C9-B7CE-2378BA1C83AB}" dt="2026-07-20T20:58:18.715" v="4" actId="20577"/>
          <ac:spMkLst>
            <pc:docMk/>
            <pc:sldMk cId="0" sldId="260"/>
            <ac:spMk id="10" creationId="{76DB217A-F6B3-74AC-D9F2-0EF851F4881D}"/>
          </ac:spMkLst>
        </pc:spChg>
      </pc:sldChg>
      <pc:sldChg chg="addSp delSp modSp mod">
        <pc:chgData name="David O'Hara" userId="8f90669b-8651-42ab-8d95-20602fbdf8e8" providerId="ADAL" clId="{A236AE32-B983-55C9-B7CE-2378BA1C83AB}" dt="2026-07-20T21:03:33.038" v="184" actId="20577"/>
        <pc:sldMkLst>
          <pc:docMk/>
          <pc:sldMk cId="0" sldId="261"/>
        </pc:sldMkLst>
        <pc:spChg chg="add mod">
          <ac:chgData name="David O'Hara" userId="8f90669b-8651-42ab-8d95-20602fbdf8e8" providerId="ADAL" clId="{A236AE32-B983-55C9-B7CE-2378BA1C83AB}" dt="2026-07-20T21:02:04.670" v="136" actId="1076"/>
          <ac:spMkLst>
            <pc:docMk/>
            <pc:sldMk cId="0" sldId="261"/>
            <ac:spMk id="4" creationId="{ED8D352E-A71D-9046-2EF2-329965FDEF82}"/>
          </ac:spMkLst>
        </pc:spChg>
        <pc:spChg chg="mod">
          <ac:chgData name="David O'Hara" userId="8f90669b-8651-42ab-8d95-20602fbdf8e8" providerId="ADAL" clId="{A236AE32-B983-55C9-B7CE-2378BA1C83AB}" dt="2026-07-20T20:58:50.935" v="8" actId="20577"/>
          <ac:spMkLst>
            <pc:docMk/>
            <pc:sldMk cId="0" sldId="261"/>
            <ac:spMk id="7" creationId="{8B772F0C-A603-1AAE-F130-CB75D94E66CB}"/>
          </ac:spMkLst>
        </pc:spChg>
        <pc:spChg chg="mod">
          <ac:chgData name="David O'Hara" userId="8f90669b-8651-42ab-8d95-20602fbdf8e8" providerId="ADAL" clId="{A236AE32-B983-55C9-B7CE-2378BA1C83AB}" dt="2026-07-20T21:01:46.768" v="116" actId="403"/>
          <ac:spMkLst>
            <pc:docMk/>
            <pc:sldMk cId="0" sldId="261"/>
            <ac:spMk id="8" creationId="{00000000-0000-0000-0000-000000000000}"/>
          </ac:spMkLst>
        </pc:spChg>
        <pc:spChg chg="mod">
          <ac:chgData name="David O'Hara" userId="8f90669b-8651-42ab-8d95-20602fbdf8e8" providerId="ADAL" clId="{A236AE32-B983-55C9-B7CE-2378BA1C83AB}" dt="2026-07-20T21:02:21.565" v="156" actId="20577"/>
          <ac:spMkLst>
            <pc:docMk/>
            <pc:sldMk cId="0" sldId="261"/>
            <ac:spMk id="9" creationId="{00000000-0000-0000-0000-000000000000}"/>
          </ac:spMkLst>
        </pc:spChg>
        <pc:spChg chg="mod">
          <ac:chgData name="David O'Hara" userId="8f90669b-8651-42ab-8d95-20602fbdf8e8" providerId="ADAL" clId="{A236AE32-B983-55C9-B7CE-2378BA1C83AB}" dt="2026-07-20T21:03:18.177" v="181" actId="33524"/>
          <ac:spMkLst>
            <pc:docMk/>
            <pc:sldMk cId="0" sldId="261"/>
            <ac:spMk id="10" creationId="{00000000-0000-0000-0000-000000000000}"/>
          </ac:spMkLst>
        </pc:spChg>
        <pc:spChg chg="mod">
          <ac:chgData name="David O'Hara" userId="8f90669b-8651-42ab-8d95-20602fbdf8e8" providerId="ADAL" clId="{A236AE32-B983-55C9-B7CE-2378BA1C83AB}" dt="2026-07-20T21:02:31.761" v="159" actId="20577"/>
          <ac:spMkLst>
            <pc:docMk/>
            <pc:sldMk cId="0" sldId="261"/>
            <ac:spMk id="12" creationId="{00000000-0000-0000-0000-000000000000}"/>
          </ac:spMkLst>
        </pc:spChg>
        <pc:spChg chg="mod">
          <ac:chgData name="David O'Hara" userId="8f90669b-8651-42ab-8d95-20602fbdf8e8" providerId="ADAL" clId="{A236AE32-B983-55C9-B7CE-2378BA1C83AB}" dt="2026-07-20T21:03:33.038" v="184" actId="20577"/>
          <ac:spMkLst>
            <pc:docMk/>
            <pc:sldMk cId="0" sldId="261"/>
            <ac:spMk id="14" creationId="{00000000-0000-0000-0000-000000000000}"/>
          </ac:spMkLst>
        </pc:spChg>
      </pc:sldChg>
      <pc:sldChg chg="modSp mod">
        <pc:chgData name="David O'Hara" userId="8f90669b-8651-42ab-8d95-20602fbdf8e8" providerId="ADAL" clId="{A236AE32-B983-55C9-B7CE-2378BA1C83AB}" dt="2026-07-20T21:03:54.320" v="191" actId="20577"/>
        <pc:sldMkLst>
          <pc:docMk/>
          <pc:sldMk cId="0" sldId="262"/>
        </pc:sldMkLst>
        <pc:spChg chg="mod">
          <ac:chgData name="David O'Hara" userId="8f90669b-8651-42ab-8d95-20602fbdf8e8" providerId="ADAL" clId="{A236AE32-B983-55C9-B7CE-2378BA1C83AB}" dt="2026-07-20T21:00:41.348" v="66" actId="20577"/>
          <ac:spMkLst>
            <pc:docMk/>
            <pc:sldMk cId="0" sldId="262"/>
            <ac:spMk id="7" creationId="{8B772F0C-A603-1AAE-F130-CB75D94E66CB}"/>
          </ac:spMkLst>
        </pc:spChg>
        <pc:spChg chg="mod">
          <ac:chgData name="David O'Hara" userId="8f90669b-8651-42ab-8d95-20602fbdf8e8" providerId="ADAL" clId="{A236AE32-B983-55C9-B7CE-2378BA1C83AB}" dt="2026-07-20T21:03:48.880" v="187" actId="20577"/>
          <ac:spMkLst>
            <pc:docMk/>
            <pc:sldMk cId="0" sldId="262"/>
            <ac:spMk id="9" creationId="{00000000-0000-0000-0000-000000000000}"/>
          </ac:spMkLst>
        </pc:spChg>
        <pc:spChg chg="mod">
          <ac:chgData name="David O'Hara" userId="8f90669b-8651-42ab-8d95-20602fbdf8e8" providerId="ADAL" clId="{A236AE32-B983-55C9-B7CE-2378BA1C83AB}" dt="2026-07-20T21:03:50.167" v="188" actId="20577"/>
          <ac:spMkLst>
            <pc:docMk/>
            <pc:sldMk cId="0" sldId="262"/>
            <ac:spMk id="12" creationId="{00000000-0000-0000-0000-000000000000}"/>
          </ac:spMkLst>
        </pc:spChg>
        <pc:spChg chg="mod">
          <ac:chgData name="David O'Hara" userId="8f90669b-8651-42ab-8d95-20602fbdf8e8" providerId="ADAL" clId="{A236AE32-B983-55C9-B7CE-2378BA1C83AB}" dt="2026-07-20T21:03:51.563" v="189" actId="20577"/>
          <ac:spMkLst>
            <pc:docMk/>
            <pc:sldMk cId="0" sldId="262"/>
            <ac:spMk id="15" creationId="{00000000-0000-0000-0000-000000000000}"/>
          </ac:spMkLst>
        </pc:spChg>
        <pc:spChg chg="mod">
          <ac:chgData name="David O'Hara" userId="8f90669b-8651-42ab-8d95-20602fbdf8e8" providerId="ADAL" clId="{A236AE32-B983-55C9-B7CE-2378BA1C83AB}" dt="2026-07-20T21:03:53.076" v="190" actId="20577"/>
          <ac:spMkLst>
            <pc:docMk/>
            <pc:sldMk cId="0" sldId="262"/>
            <ac:spMk id="18" creationId="{00000000-0000-0000-0000-000000000000}"/>
          </ac:spMkLst>
        </pc:spChg>
        <pc:spChg chg="mod">
          <ac:chgData name="David O'Hara" userId="8f90669b-8651-42ab-8d95-20602fbdf8e8" providerId="ADAL" clId="{A236AE32-B983-55C9-B7CE-2378BA1C83AB}" dt="2026-07-20T21:03:54.320" v="191" actId="20577"/>
          <ac:spMkLst>
            <pc:docMk/>
            <pc:sldMk cId="0" sldId="262"/>
            <ac:spMk id="21" creationId="{00000000-0000-0000-0000-000000000000}"/>
          </ac:spMkLst>
        </pc:spChg>
        <pc:spChg chg="mod">
          <ac:chgData name="David O'Hara" userId="8f90669b-8651-42ab-8d95-20602fbdf8e8" providerId="ADAL" clId="{A236AE32-B983-55C9-B7CE-2378BA1C83AB}" dt="2026-07-20T21:00:06.281" v="53" actId="20577"/>
          <ac:spMkLst>
            <pc:docMk/>
            <pc:sldMk cId="0" sldId="262"/>
            <ac:spMk id="24" creationId="{00000000-0000-0000-0000-000000000000}"/>
          </ac:spMkLst>
        </pc:spChg>
      </pc:sldChg>
      <pc:sldChg chg="addSp delSp modSp mod chgLayout">
        <pc:chgData name="David O'Hara" userId="8f90669b-8651-42ab-8d95-20602fbdf8e8" providerId="ADAL" clId="{A236AE32-B983-55C9-B7CE-2378BA1C83AB}" dt="2026-07-20T20:58:04.874" v="3" actId="6264"/>
        <pc:sldMkLst>
          <pc:docMk/>
          <pc:sldMk cId="1451867943" sldId="1334"/>
        </pc:sldMkLst>
        <pc:spChg chg="mod ord">
          <ac:chgData name="David O'Hara" userId="8f90669b-8651-42ab-8d95-20602fbdf8e8" providerId="ADAL" clId="{A236AE32-B983-55C9-B7CE-2378BA1C83AB}" dt="2026-07-20T20:58:04.874" v="3" actId="6264"/>
          <ac:spMkLst>
            <pc:docMk/>
            <pc:sldMk cId="1451867943" sldId="1334"/>
            <ac:spMk id="2" creationId="{AA275871-7AEF-131B-F4E6-26F4F7861B89}"/>
          </ac:spMkLst>
        </pc:spChg>
        <pc:spChg chg="add mod ord">
          <ac:chgData name="David O'Hara" userId="8f90669b-8651-42ab-8d95-20602fbdf8e8" providerId="ADAL" clId="{A236AE32-B983-55C9-B7CE-2378BA1C83AB}" dt="2026-07-20T20:58:04.874" v="3" actId="6264"/>
          <ac:spMkLst>
            <pc:docMk/>
            <pc:sldMk cId="1451867943" sldId="1334"/>
            <ac:spMk id="5" creationId="{A6F87D52-FD94-FDC8-26E2-7A32D19DDFFD}"/>
          </ac:spMkLst>
        </pc:spChg>
      </pc:sldChg>
      <pc:sldChg chg="addSp delSp modSp mod">
        <pc:chgData name="David O'Hara" userId="8f90669b-8651-42ab-8d95-20602fbdf8e8" providerId="ADAL" clId="{A236AE32-B983-55C9-B7CE-2378BA1C83AB}" dt="2026-07-22T15:51:24.341" v="239" actId="14826"/>
        <pc:sldMkLst>
          <pc:docMk/>
          <pc:sldMk cId="2650764471" sldId="1335"/>
        </pc:sldMkLst>
        <pc:spChg chg="mod">
          <ac:chgData name="David O'Hara" userId="8f90669b-8651-42ab-8d95-20602fbdf8e8" providerId="ADAL" clId="{A236AE32-B983-55C9-B7CE-2378BA1C83AB}" dt="2026-07-22T15:46:52.602" v="235" actId="6549"/>
          <ac:spMkLst>
            <pc:docMk/>
            <pc:sldMk cId="2650764471" sldId="1335"/>
            <ac:spMk id="5" creationId="{00000000-0000-0000-0000-000000000000}"/>
          </ac:spMkLst>
        </pc:spChg>
        <pc:spChg chg="del mod">
          <ac:chgData name="David O'Hara" userId="8f90669b-8651-42ab-8d95-20602fbdf8e8" providerId="ADAL" clId="{A236AE32-B983-55C9-B7CE-2378BA1C83AB}" dt="2026-07-22T15:42:29.803" v="222" actId="478"/>
          <ac:spMkLst>
            <pc:docMk/>
            <pc:sldMk cId="2650764471" sldId="1335"/>
            <ac:spMk id="11" creationId="{00000000-0000-0000-0000-000000000000}"/>
          </ac:spMkLst>
        </pc:spChg>
        <pc:spChg chg="del">
          <ac:chgData name="David O'Hara" userId="8f90669b-8651-42ab-8d95-20602fbdf8e8" providerId="ADAL" clId="{A236AE32-B983-55C9-B7CE-2378BA1C83AB}" dt="2026-07-22T15:43:04.234" v="226" actId="478"/>
          <ac:spMkLst>
            <pc:docMk/>
            <pc:sldMk cId="2650764471" sldId="1335"/>
            <ac:spMk id="12" creationId="{00000000-0000-0000-0000-000000000000}"/>
          </ac:spMkLst>
        </pc:spChg>
        <pc:spChg chg="del">
          <ac:chgData name="David O'Hara" userId="8f90669b-8651-42ab-8d95-20602fbdf8e8" providerId="ADAL" clId="{A236AE32-B983-55C9-B7CE-2378BA1C83AB}" dt="2026-07-22T15:44:12.065" v="231" actId="478"/>
          <ac:spMkLst>
            <pc:docMk/>
            <pc:sldMk cId="2650764471" sldId="1335"/>
            <ac:spMk id="13" creationId="{00000000-0000-0000-0000-000000000000}"/>
          </ac:spMkLst>
        </pc:spChg>
        <pc:picChg chg="add mod">
          <ac:chgData name="David O'Hara" userId="8f90669b-8651-42ab-8d95-20602fbdf8e8" providerId="ADAL" clId="{A236AE32-B983-55C9-B7CE-2378BA1C83AB}" dt="2026-07-22T15:50:54.783" v="237" actId="14826"/>
          <ac:picMkLst>
            <pc:docMk/>
            <pc:sldMk cId="2650764471" sldId="1335"/>
            <ac:picMk id="8" creationId="{B06CB167-3161-DB07-9101-A592AF12E514}"/>
          </ac:picMkLst>
        </pc:picChg>
        <pc:picChg chg="add mod">
          <ac:chgData name="David O'Hara" userId="8f90669b-8651-42ab-8d95-20602fbdf8e8" providerId="ADAL" clId="{A236AE32-B983-55C9-B7CE-2378BA1C83AB}" dt="2026-07-22T15:51:07.388" v="238" actId="14826"/>
          <ac:picMkLst>
            <pc:docMk/>
            <pc:sldMk cId="2650764471" sldId="1335"/>
            <ac:picMk id="9" creationId="{261FB8CE-0914-DBF3-D9C4-7419A6A66A79}"/>
          </ac:picMkLst>
        </pc:picChg>
        <pc:picChg chg="add del mod">
          <ac:chgData name="David O'Hara" userId="8f90669b-8651-42ab-8d95-20602fbdf8e8" providerId="ADAL" clId="{A236AE32-B983-55C9-B7CE-2378BA1C83AB}" dt="2026-07-22T15:43:51.287" v="229" actId="478"/>
          <ac:picMkLst>
            <pc:docMk/>
            <pc:sldMk cId="2650764471" sldId="1335"/>
            <ac:picMk id="15" creationId="{DF062078-E3B7-54DD-0400-2BE39A9799F3}"/>
          </ac:picMkLst>
        </pc:picChg>
        <pc:picChg chg="add mod">
          <ac:chgData name="David O'Hara" userId="8f90669b-8651-42ab-8d95-20602fbdf8e8" providerId="ADAL" clId="{A236AE32-B983-55C9-B7CE-2378BA1C83AB}" dt="2026-07-22T15:51:24.341" v="239" actId="14826"/>
          <ac:picMkLst>
            <pc:docMk/>
            <pc:sldMk cId="2650764471" sldId="1335"/>
            <ac:picMk id="16" creationId="{A500644E-C1D8-45DB-E360-8845858FFC4F}"/>
          </ac:picMkLst>
        </pc:picChg>
      </pc:sldChg>
      <pc:sldMasterChg chg="modSp mod">
        <pc:chgData name="David O'Hara" userId="8f90669b-8651-42ab-8d95-20602fbdf8e8" providerId="ADAL" clId="{A236AE32-B983-55C9-B7CE-2378BA1C83AB}" dt="2026-07-20T21:00:18.911" v="54" actId="20577"/>
        <pc:sldMasterMkLst>
          <pc:docMk/>
          <pc:sldMasterMk cId="360884763" sldId="2147483648"/>
        </pc:sldMasterMkLst>
        <pc:spChg chg="mod">
          <ac:chgData name="David O'Hara" userId="8f90669b-8651-42ab-8d95-20602fbdf8e8" providerId="ADAL" clId="{A236AE32-B983-55C9-B7CE-2378BA1C83AB}" dt="2026-07-20T21:00:18.911" v="54" actId="20577"/>
          <ac:spMkLst>
            <pc:docMk/>
            <pc:sldMasterMk cId="360884763" sldId="2147483648"/>
            <ac:spMk id="3" creationId="{05CEFB8A-C4F3-4807-CC33-3413956FB7A6}"/>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8282CA-E236-4614-036E-C5C0C936C65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E8B065F-4AF1-21F2-CF82-78658D8AD9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586793-C8A1-F947-908B-E0EDCF860903}" type="datetimeFigureOut">
              <a:rPr lang="en-US" smtClean="0"/>
              <a:t>7/22/26</a:t>
            </a:fld>
            <a:endParaRPr lang="en-US"/>
          </a:p>
        </p:txBody>
      </p:sp>
      <p:sp>
        <p:nvSpPr>
          <p:cNvPr id="4" name="Footer Placeholder 3">
            <a:extLst>
              <a:ext uri="{FF2B5EF4-FFF2-40B4-BE49-F238E27FC236}">
                <a16:creationId xmlns:a16="http://schemas.microsoft.com/office/drawing/2014/main" id="{178BE100-080F-43CA-3598-3B1AF4069C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843D58-784A-ABD4-14C2-E6339A9C0D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9651B8-9A00-AB4E-BE59-6952469B4ED5}" type="slidenum">
              <a:rPr lang="en-US" smtClean="0"/>
              <a:t>‹#›</a:t>
            </a:fld>
            <a:endParaRPr lang="en-US"/>
          </a:p>
        </p:txBody>
      </p:sp>
    </p:spTree>
    <p:extLst>
      <p:ext uri="{BB962C8B-B14F-4D97-AF65-F5344CB8AC3E}">
        <p14:creationId xmlns:p14="http://schemas.microsoft.com/office/powerpoint/2010/main" val="7888924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A18E33-7982-7242-B011-19D9B39AC4BA}" type="datetimeFigureOut">
              <a:rPr lang="en-MX" smtClean="0"/>
              <a:t>7/22/26</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DEB2A5-DDCF-604F-A595-5664085F7F7D}" type="slidenum">
              <a:rPr lang="en-MX" smtClean="0"/>
              <a:t>‹#›</a:t>
            </a:fld>
            <a:endParaRPr lang="en-MX"/>
          </a:p>
        </p:txBody>
      </p:sp>
    </p:spTree>
    <p:extLst>
      <p:ext uri="{BB962C8B-B14F-4D97-AF65-F5344CB8AC3E}">
        <p14:creationId xmlns:p14="http://schemas.microsoft.com/office/powerpoint/2010/main" val="3787645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DEB2A5-DDCF-604F-A595-5664085F7F7D}" type="slidenum">
              <a:rPr lang="en-MX" smtClean="0"/>
              <a:t>1</a:t>
            </a:fld>
            <a:endParaRPr lang="en-MX"/>
          </a:p>
        </p:txBody>
      </p:sp>
    </p:spTree>
    <p:extLst>
      <p:ext uri="{BB962C8B-B14F-4D97-AF65-F5344CB8AC3E}">
        <p14:creationId xmlns:p14="http://schemas.microsoft.com/office/powerpoint/2010/main" val="1844952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DEB2A5-DDCF-604F-A595-5664085F7F7D}" type="slidenum">
              <a:rPr lang="en-MX" smtClean="0"/>
              <a:t>2</a:t>
            </a:fld>
            <a:endParaRPr lang="en-MX"/>
          </a:p>
        </p:txBody>
      </p:sp>
    </p:spTree>
    <p:extLst>
      <p:ext uri="{BB962C8B-B14F-4D97-AF65-F5344CB8AC3E}">
        <p14:creationId xmlns:p14="http://schemas.microsoft.com/office/powerpoint/2010/main" val="1683280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74cfbff0de_8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g74cfbff0de_8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46426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DEB2A5-DDCF-604F-A595-5664085F7F7D}" type="slidenum">
              <a:rPr lang="en-MX" smtClean="0"/>
              <a:t>6</a:t>
            </a:fld>
            <a:endParaRPr lang="en-MX"/>
          </a:p>
        </p:txBody>
      </p:sp>
    </p:spTree>
    <p:extLst>
      <p:ext uri="{BB962C8B-B14F-4D97-AF65-F5344CB8AC3E}">
        <p14:creationId xmlns:p14="http://schemas.microsoft.com/office/powerpoint/2010/main" val="2983001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DEB2A5-DDCF-604F-A595-5664085F7F7D}" type="slidenum">
              <a:rPr lang="en-MX" smtClean="0"/>
              <a:t>7</a:t>
            </a:fld>
            <a:endParaRPr lang="en-MX"/>
          </a:p>
        </p:txBody>
      </p:sp>
    </p:spTree>
    <p:extLst>
      <p:ext uri="{BB962C8B-B14F-4D97-AF65-F5344CB8AC3E}">
        <p14:creationId xmlns:p14="http://schemas.microsoft.com/office/powerpoint/2010/main" val="20443141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incipal Title Slide">
    <p:spTree>
      <p:nvGrpSpPr>
        <p:cNvPr id="1" name=""/>
        <p:cNvGrpSpPr/>
        <p:nvPr/>
      </p:nvGrpSpPr>
      <p:grpSpPr>
        <a:xfrm>
          <a:off x="0" y="0"/>
          <a:ext cx="0" cy="0"/>
          <a:chOff x="0" y="0"/>
          <a:chExt cx="0" cy="0"/>
        </a:xfrm>
      </p:grpSpPr>
      <p:pic>
        <p:nvPicPr>
          <p:cNvPr id="5" name="Picture 4" descr="Shape, rectangle&#10;&#10;Description automatically generated with medium confidence">
            <a:extLst>
              <a:ext uri="{FF2B5EF4-FFF2-40B4-BE49-F238E27FC236}">
                <a16:creationId xmlns:a16="http://schemas.microsoft.com/office/drawing/2014/main" id="{BE88C6CA-F385-3E1E-CFB9-B68BBE9745B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B6B8D9B-1FBE-987A-28BE-4AF3449CC788}"/>
              </a:ext>
            </a:extLst>
          </p:cNvPr>
          <p:cNvSpPr>
            <a:spLocks noGrp="1"/>
          </p:cNvSpPr>
          <p:nvPr>
            <p:ph type="ctrTitle"/>
          </p:nvPr>
        </p:nvSpPr>
        <p:spPr>
          <a:xfrm>
            <a:off x="891822" y="3234055"/>
            <a:ext cx="9144000" cy="631296"/>
          </a:xfrm>
        </p:spPr>
        <p:txBody>
          <a:bodyPr anchor="b">
            <a:normAutofit/>
          </a:bodyPr>
          <a:lstStyle>
            <a:lvl1pPr algn="l">
              <a:defRPr sz="2800" b="1" i="0">
                <a:solidFill>
                  <a:srgbClr val="005596"/>
                </a:solidFill>
                <a:latin typeface="Poppins" pitchFamily="2" charset="77"/>
                <a:cs typeface="Poppins" pitchFamily="2" charset="77"/>
              </a:defRPr>
            </a:lvl1pPr>
          </a:lstStyle>
          <a:p>
            <a:r>
              <a:rPr lang="en-US"/>
              <a:t>Click to edit Master title style</a:t>
            </a:r>
            <a:endParaRPr lang="en-MX"/>
          </a:p>
        </p:txBody>
      </p:sp>
      <p:sp>
        <p:nvSpPr>
          <p:cNvPr id="3" name="Subtitle 2">
            <a:extLst>
              <a:ext uri="{FF2B5EF4-FFF2-40B4-BE49-F238E27FC236}">
                <a16:creationId xmlns:a16="http://schemas.microsoft.com/office/drawing/2014/main" id="{99C6A678-285D-C74C-A3AB-61F33055CDD2}"/>
              </a:ext>
            </a:extLst>
          </p:cNvPr>
          <p:cNvSpPr>
            <a:spLocks noGrp="1"/>
          </p:cNvSpPr>
          <p:nvPr>
            <p:ph type="subTitle" idx="1"/>
          </p:nvPr>
        </p:nvSpPr>
        <p:spPr>
          <a:xfrm>
            <a:off x="893276" y="3966478"/>
            <a:ext cx="9144000" cy="528370"/>
          </a:xfrm>
          <a:prstGeom prst="rect">
            <a:avLst/>
          </a:prstGeom>
        </p:spPr>
        <p:txBody>
          <a:bodyPr>
            <a:normAutofit/>
          </a:bodyPr>
          <a:lstStyle>
            <a:lvl1pPr marL="0" indent="0" algn="l">
              <a:buNone/>
              <a:defRPr sz="2000" b="0" i="0">
                <a:solidFill>
                  <a:schemeClr val="tx1">
                    <a:lumMod val="50000"/>
                    <a:lumOff val="50000"/>
                  </a:schemeClr>
                </a:solidFill>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pic>
        <p:nvPicPr>
          <p:cNvPr id="14" name="Picture 13" descr="Logo&#10;&#10;Description automatically generated">
            <a:extLst>
              <a:ext uri="{FF2B5EF4-FFF2-40B4-BE49-F238E27FC236}">
                <a16:creationId xmlns:a16="http://schemas.microsoft.com/office/drawing/2014/main" id="{DFF4E328-04ED-1D34-5362-6AC1FF0DA57C}"/>
              </a:ext>
            </a:extLst>
          </p:cNvPr>
          <p:cNvPicPr>
            <a:picLocks noChangeAspect="1"/>
          </p:cNvPicPr>
          <p:nvPr userDrawn="1"/>
        </p:nvPicPr>
        <p:blipFill>
          <a:blip r:embed="rId3"/>
          <a:stretch>
            <a:fillRect/>
          </a:stretch>
        </p:blipFill>
        <p:spPr>
          <a:xfrm>
            <a:off x="891822" y="1681203"/>
            <a:ext cx="3227632" cy="1434503"/>
          </a:xfrm>
          <a:prstGeom prst="rect">
            <a:avLst/>
          </a:prstGeom>
        </p:spPr>
      </p:pic>
      <p:sp>
        <p:nvSpPr>
          <p:cNvPr id="12" name="Text Placeholder 2">
            <a:extLst>
              <a:ext uri="{FF2B5EF4-FFF2-40B4-BE49-F238E27FC236}">
                <a16:creationId xmlns:a16="http://schemas.microsoft.com/office/drawing/2014/main" id="{B8FB2F36-F96E-DBFB-4387-CD5A05718028}"/>
              </a:ext>
            </a:extLst>
          </p:cNvPr>
          <p:cNvSpPr>
            <a:spLocks noGrp="1"/>
          </p:cNvSpPr>
          <p:nvPr>
            <p:ph type="body" idx="13" hasCustomPrompt="1"/>
          </p:nvPr>
        </p:nvSpPr>
        <p:spPr>
          <a:xfrm>
            <a:off x="7519063" y="5462195"/>
            <a:ext cx="4155093" cy="683112"/>
          </a:xfrm>
          <a:prstGeom prst="rect">
            <a:avLst/>
          </a:prstGeom>
        </p:spPr>
        <p:txBody>
          <a:bodyPr>
            <a:normAutofit/>
          </a:bodyPr>
          <a:lstStyle>
            <a:lvl1pPr marL="0" indent="0">
              <a:buNone/>
              <a:defRPr sz="2400" b="1" i="0">
                <a:solidFill>
                  <a:srgbClr val="005596"/>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JOHN DOE</a:t>
            </a:r>
          </a:p>
        </p:txBody>
      </p:sp>
      <p:sp>
        <p:nvSpPr>
          <p:cNvPr id="6" name="TextBox 5">
            <a:extLst>
              <a:ext uri="{FF2B5EF4-FFF2-40B4-BE49-F238E27FC236}">
                <a16:creationId xmlns:a16="http://schemas.microsoft.com/office/drawing/2014/main" id="{4AA1D465-B636-AD01-A485-0C126BD591CE}"/>
              </a:ext>
            </a:extLst>
          </p:cNvPr>
          <p:cNvSpPr txBox="1"/>
          <p:nvPr userDrawn="1"/>
        </p:nvSpPr>
        <p:spPr>
          <a:xfrm>
            <a:off x="3821288" y="6494624"/>
            <a:ext cx="454942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0">
                <a:solidFill>
                  <a:schemeClr val="bg1">
                    <a:alpha val="27925"/>
                  </a:schemeClr>
                </a:solidFill>
                <a:effectLst/>
                <a:latin typeface="Khula" panose="02000000000000000000" pitchFamily="2" charset="0"/>
                <a:cs typeface="Khula" panose="02000000000000000000" pitchFamily="2" charset="0"/>
              </a:rPr>
              <a:t>© 2023 Improving. All Rights Reserved.</a:t>
            </a:r>
            <a:endParaRPr lang="en-MX" sz="900">
              <a:solidFill>
                <a:schemeClr val="bg1">
                  <a:alpha val="27925"/>
                </a:schemeClr>
              </a:solidFill>
              <a:latin typeface="Khula" panose="02000000000000000000" pitchFamily="2" charset="0"/>
              <a:cs typeface="Khula" panose="02000000000000000000" pitchFamily="2" charset="0"/>
            </a:endParaRPr>
          </a:p>
          <a:p>
            <a:endParaRPr lang="en-MX" sz="900">
              <a:solidFill>
                <a:schemeClr val="bg1">
                  <a:alpha val="27925"/>
                </a:schemeClr>
              </a:solidFill>
            </a:endParaRPr>
          </a:p>
        </p:txBody>
      </p:sp>
    </p:spTree>
    <p:extLst>
      <p:ext uri="{BB962C8B-B14F-4D97-AF65-F5344CB8AC3E}">
        <p14:creationId xmlns:p14="http://schemas.microsoft.com/office/powerpoint/2010/main" val="3644819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te Page">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8263D1B3-4C39-678E-AA0B-70DFC03020B8}"/>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55A03D7-0C8A-2FF8-DD55-E44EF7754A2A}"/>
              </a:ext>
            </a:extLst>
          </p:cNvPr>
          <p:cNvSpPr>
            <a:spLocks noGrp="1"/>
          </p:cNvSpPr>
          <p:nvPr>
            <p:ph type="title"/>
          </p:nvPr>
        </p:nvSpPr>
        <p:spPr>
          <a:xfrm>
            <a:off x="705913" y="2933878"/>
            <a:ext cx="10515600" cy="508001"/>
          </a:xfrm>
        </p:spPr>
        <p:txBody>
          <a:bodyPr>
            <a:normAutofit/>
          </a:bodyPr>
          <a:lstStyle>
            <a:lvl1pPr>
              <a:defRPr sz="2800">
                <a:solidFill>
                  <a:schemeClr val="bg1"/>
                </a:solidFill>
                <a:latin typeface="Poppins" pitchFamily="2" charset="77"/>
                <a:cs typeface="Poppins" pitchFamily="2" charset="77"/>
              </a:defRPr>
            </a:lvl1pPr>
          </a:lstStyle>
          <a:p>
            <a:r>
              <a:rPr lang="en-US"/>
              <a:t>Click to edit Master title style</a:t>
            </a:r>
            <a:endParaRPr lang="en-MX"/>
          </a:p>
        </p:txBody>
      </p:sp>
      <p:sp>
        <p:nvSpPr>
          <p:cNvPr id="11" name="Subtitle 2">
            <a:extLst>
              <a:ext uri="{FF2B5EF4-FFF2-40B4-BE49-F238E27FC236}">
                <a16:creationId xmlns:a16="http://schemas.microsoft.com/office/drawing/2014/main" id="{06160FDB-07E2-9B48-493B-80748EBAF3CC}"/>
              </a:ext>
            </a:extLst>
          </p:cNvPr>
          <p:cNvSpPr>
            <a:spLocks noGrp="1"/>
          </p:cNvSpPr>
          <p:nvPr>
            <p:ph type="subTitle" idx="1"/>
          </p:nvPr>
        </p:nvSpPr>
        <p:spPr>
          <a:xfrm>
            <a:off x="705913" y="3429000"/>
            <a:ext cx="9144000" cy="528370"/>
          </a:xfrm>
          <a:prstGeom prst="rect">
            <a:avLst/>
          </a:prstGeom>
        </p:spPr>
        <p:txBody>
          <a:bodyPr>
            <a:normAutofit/>
          </a:bodyPr>
          <a:lstStyle>
            <a:lvl1pPr marL="0" indent="0" algn="l">
              <a:buNone/>
              <a:defRPr sz="2000" b="0" i="0">
                <a:solidFill>
                  <a:schemeClr val="bg1"/>
                </a:solidFill>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Tree>
    <p:extLst>
      <p:ext uri="{BB962C8B-B14F-4D97-AF65-F5344CB8AC3E}">
        <p14:creationId xmlns:p14="http://schemas.microsoft.com/office/powerpoint/2010/main" val="385183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05668"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10" name="Content Placeholder 9">
            <a:extLst>
              <a:ext uri="{FF2B5EF4-FFF2-40B4-BE49-F238E27FC236}">
                <a16:creationId xmlns:a16="http://schemas.microsoft.com/office/drawing/2014/main" id="{76DB217A-F6B3-74AC-D9F2-0EF851F4881D}"/>
              </a:ext>
            </a:extLst>
          </p:cNvPr>
          <p:cNvSpPr>
            <a:spLocks noGrp="1"/>
          </p:cNvSpPr>
          <p:nvPr>
            <p:ph sz="quarter" idx="10"/>
          </p:nvPr>
        </p:nvSpPr>
        <p:spPr>
          <a:xfrm>
            <a:off x="468313" y="1885244"/>
            <a:ext cx="11206162" cy="3999619"/>
          </a:xfrm>
          <a:prstGeom prst="rect">
            <a:avLst/>
          </a:prstGeom>
        </p:spPr>
        <p:txBody>
          <a:bodyPr>
            <a:normAutofit/>
          </a:bodyPr>
          <a:lstStyle>
            <a:lvl1pPr>
              <a:defRPr sz="1400">
                <a:latin typeface="Khula" panose="02000000000000000000" pitchFamily="2" charset="0"/>
                <a:cs typeface="Khula" panose="02000000000000000000" pitchFamily="2" charset="0"/>
              </a:defRPr>
            </a:lvl1pPr>
          </a:lstStyle>
          <a:p>
            <a:pPr lvl="0"/>
            <a:r>
              <a:rPr lang="en-US"/>
              <a:t>Click to edit Master text styles</a:t>
            </a:r>
          </a:p>
        </p:txBody>
      </p:sp>
      <p:sp>
        <p:nvSpPr>
          <p:cNvPr id="7" name="Text Placeholder 6">
            <a:extLst>
              <a:ext uri="{FF2B5EF4-FFF2-40B4-BE49-F238E27FC236}">
                <a16:creationId xmlns:a16="http://schemas.microsoft.com/office/drawing/2014/main" id="{8B772F0C-A603-1AAE-F130-CB75D94E66CB}"/>
              </a:ext>
            </a:extLst>
          </p:cNvPr>
          <p:cNvSpPr>
            <a:spLocks noGrp="1"/>
          </p:cNvSpPr>
          <p:nvPr>
            <p:ph type="body" sz="quarter" idx="11"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Tree>
    <p:extLst>
      <p:ext uri="{BB962C8B-B14F-4D97-AF65-F5344CB8AC3E}">
        <p14:creationId xmlns:p14="http://schemas.microsoft.com/office/powerpoint/2010/main" val="2697968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55022"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6" name="Content Placeholder 5">
            <a:extLst>
              <a:ext uri="{FF2B5EF4-FFF2-40B4-BE49-F238E27FC236}">
                <a16:creationId xmlns:a16="http://schemas.microsoft.com/office/drawing/2014/main" id="{9E73EDE8-942A-C67F-DE1C-BE6A4B25F941}"/>
              </a:ext>
            </a:extLst>
          </p:cNvPr>
          <p:cNvSpPr>
            <a:spLocks noGrp="1"/>
          </p:cNvSpPr>
          <p:nvPr>
            <p:ph sz="quarter" idx="11"/>
          </p:nvPr>
        </p:nvSpPr>
        <p:spPr>
          <a:xfrm>
            <a:off x="468489" y="1744134"/>
            <a:ext cx="5394960" cy="4194466"/>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
        <p:nvSpPr>
          <p:cNvPr id="8" name="Content Placeholder 5">
            <a:extLst>
              <a:ext uri="{FF2B5EF4-FFF2-40B4-BE49-F238E27FC236}">
                <a16:creationId xmlns:a16="http://schemas.microsoft.com/office/drawing/2014/main" id="{774CE37E-4F1A-62C7-ADCA-33781ABD6614}"/>
              </a:ext>
            </a:extLst>
          </p:cNvPr>
          <p:cNvSpPr>
            <a:spLocks noGrp="1"/>
          </p:cNvSpPr>
          <p:nvPr>
            <p:ph sz="quarter" idx="12"/>
          </p:nvPr>
        </p:nvSpPr>
        <p:spPr>
          <a:xfrm>
            <a:off x="6279197" y="1743240"/>
            <a:ext cx="5394960" cy="4194467"/>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
        <p:nvSpPr>
          <p:cNvPr id="3" name="Text Placeholder 6">
            <a:extLst>
              <a:ext uri="{FF2B5EF4-FFF2-40B4-BE49-F238E27FC236}">
                <a16:creationId xmlns:a16="http://schemas.microsoft.com/office/drawing/2014/main" id="{BE8B51DB-C770-DED1-2745-73661B76F888}"/>
              </a:ext>
            </a:extLst>
          </p:cNvPr>
          <p:cNvSpPr>
            <a:spLocks noGrp="1"/>
          </p:cNvSpPr>
          <p:nvPr>
            <p:ph type="body" sz="quarter" idx="13"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Tree>
    <p:extLst>
      <p:ext uri="{BB962C8B-B14F-4D97-AF65-F5344CB8AC3E}">
        <p14:creationId xmlns:p14="http://schemas.microsoft.com/office/powerpoint/2010/main" val="3460269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box left">
    <p:spTree>
      <p:nvGrpSpPr>
        <p:cNvPr id="1" name=""/>
        <p:cNvGrpSpPr/>
        <p:nvPr/>
      </p:nvGrpSpPr>
      <p:grpSpPr>
        <a:xfrm>
          <a:off x="0" y="0"/>
          <a:ext cx="0" cy="0"/>
          <a:chOff x="0" y="0"/>
          <a:chExt cx="0" cy="0"/>
        </a:xfrm>
      </p:grpSpPr>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3" name="Rectangle 2">
            <a:extLst>
              <a:ext uri="{FF2B5EF4-FFF2-40B4-BE49-F238E27FC236}">
                <a16:creationId xmlns:a16="http://schemas.microsoft.com/office/drawing/2014/main" id="{FF39C3A6-20B8-E520-FD58-D3159B183363}"/>
              </a:ext>
            </a:extLst>
          </p:cNvPr>
          <p:cNvSpPr/>
          <p:nvPr userDrawn="1"/>
        </p:nvSpPr>
        <p:spPr>
          <a:xfrm>
            <a:off x="0" y="28752"/>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A6BF37F2-5E51-EBE6-FB74-03ECD1F0CB05}"/>
              </a:ext>
            </a:extLst>
          </p:cNvPr>
          <p:cNvSpPr>
            <a:spLocks noGrp="1"/>
          </p:cNvSpPr>
          <p:nvPr>
            <p:ph type="title" hasCustomPrompt="1"/>
          </p:nvPr>
        </p:nvSpPr>
        <p:spPr>
          <a:xfrm>
            <a:off x="468489" y="434446"/>
            <a:ext cx="5394960" cy="667808"/>
          </a:xfrm>
        </p:spPr>
        <p:txBody>
          <a:bodyPr anchor="b">
            <a:noAutofit/>
          </a:bodyPr>
          <a:lstStyle>
            <a:lvl1pPr>
              <a:defRPr sz="3200" b="1">
                <a:solidFill>
                  <a:srgbClr val="005596"/>
                </a:solidFill>
                <a:latin typeface="Poppins" pitchFamily="2" charset="77"/>
                <a:cs typeface="Poppins" pitchFamily="2" charset="77"/>
              </a:defRPr>
            </a:lvl1pPr>
          </a:lstStyle>
          <a:p>
            <a:r>
              <a:rPr lang="en-US"/>
              <a:t>Click to edit Master  </a:t>
            </a:r>
            <a:endParaRPr lang="en-MX"/>
          </a:p>
        </p:txBody>
      </p:sp>
      <p:sp>
        <p:nvSpPr>
          <p:cNvPr id="6" name="Content Placeholder 5">
            <a:extLst>
              <a:ext uri="{FF2B5EF4-FFF2-40B4-BE49-F238E27FC236}">
                <a16:creationId xmlns:a16="http://schemas.microsoft.com/office/drawing/2014/main" id="{9E73EDE8-942A-C67F-DE1C-BE6A4B25F941}"/>
              </a:ext>
            </a:extLst>
          </p:cNvPr>
          <p:cNvSpPr>
            <a:spLocks noGrp="1"/>
          </p:cNvSpPr>
          <p:nvPr>
            <p:ph sz="quarter" idx="11"/>
          </p:nvPr>
        </p:nvSpPr>
        <p:spPr>
          <a:xfrm>
            <a:off x="468489" y="1744134"/>
            <a:ext cx="5394960" cy="4194466"/>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pic>
        <p:nvPicPr>
          <p:cNvPr id="5" name="Picture 4" descr="Logo&#10;&#10;Description automatically generated">
            <a:extLst>
              <a:ext uri="{FF2B5EF4-FFF2-40B4-BE49-F238E27FC236}">
                <a16:creationId xmlns:a16="http://schemas.microsoft.com/office/drawing/2014/main" id="{24170EE8-1B21-9049-E4EE-81A26AE397DF}"/>
              </a:ext>
            </a:extLst>
          </p:cNvPr>
          <p:cNvPicPr>
            <a:picLocks noChangeAspect="1"/>
          </p:cNvPicPr>
          <p:nvPr userDrawn="1"/>
        </p:nvPicPr>
        <p:blipFill>
          <a:blip r:embed="rId3"/>
          <a:stretch>
            <a:fillRect/>
          </a:stretch>
        </p:blipFill>
        <p:spPr>
          <a:xfrm>
            <a:off x="10294021" y="6195922"/>
            <a:ext cx="1424984" cy="633326"/>
          </a:xfrm>
          <a:prstGeom prst="rect">
            <a:avLst/>
          </a:prstGeom>
        </p:spPr>
      </p:pic>
      <p:sp>
        <p:nvSpPr>
          <p:cNvPr id="4" name="Text Placeholder 6">
            <a:extLst>
              <a:ext uri="{FF2B5EF4-FFF2-40B4-BE49-F238E27FC236}">
                <a16:creationId xmlns:a16="http://schemas.microsoft.com/office/drawing/2014/main" id="{104707B3-A605-AC35-40E1-667264FF8B8B}"/>
              </a:ext>
            </a:extLst>
          </p:cNvPr>
          <p:cNvSpPr>
            <a:spLocks noGrp="1"/>
          </p:cNvSpPr>
          <p:nvPr>
            <p:ph type="body" sz="quarter" idx="12"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Tree>
    <p:extLst>
      <p:ext uri="{BB962C8B-B14F-4D97-AF65-F5344CB8AC3E}">
        <p14:creationId xmlns:p14="http://schemas.microsoft.com/office/powerpoint/2010/main" val="335530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box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51CCC47-BB7F-A202-18E6-8BD949EC098C}"/>
              </a:ext>
            </a:extLst>
          </p:cNvPr>
          <p:cNvSpPr/>
          <p:nvPr userDrawn="1"/>
        </p:nvSpPr>
        <p:spPr>
          <a:xfrm>
            <a:off x="0" y="8555"/>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4" name="Picture 3" descr="Logo&#10;&#10;Description automatically generated">
            <a:extLst>
              <a:ext uri="{FF2B5EF4-FFF2-40B4-BE49-F238E27FC236}">
                <a16:creationId xmlns:a16="http://schemas.microsoft.com/office/drawing/2014/main" id="{6924B258-2A0C-8861-A9F9-CCAC380820F7}"/>
              </a:ext>
            </a:extLst>
          </p:cNvPr>
          <p:cNvPicPr>
            <a:picLocks noChangeAspect="1"/>
          </p:cNvPicPr>
          <p:nvPr userDrawn="1"/>
        </p:nvPicPr>
        <p:blipFill>
          <a:blip r:embed="rId2"/>
          <a:stretch>
            <a:fillRect/>
          </a:stretch>
        </p:blipFill>
        <p:spPr>
          <a:xfrm>
            <a:off x="10294021" y="6195922"/>
            <a:ext cx="1424984" cy="633326"/>
          </a:xfrm>
          <a:prstGeom prst="rect">
            <a:avLst/>
          </a:prstGeom>
        </p:spPr>
      </p:pic>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6196405" y="434446"/>
            <a:ext cx="5527106"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a:t>
            </a:r>
            <a:endParaRPr lang="en-MX"/>
          </a:p>
        </p:txBody>
      </p:sp>
      <p:sp>
        <p:nvSpPr>
          <p:cNvPr id="8" name="Content Placeholder 5">
            <a:extLst>
              <a:ext uri="{FF2B5EF4-FFF2-40B4-BE49-F238E27FC236}">
                <a16:creationId xmlns:a16="http://schemas.microsoft.com/office/drawing/2014/main" id="{774CE37E-4F1A-62C7-ADCA-33781ABD6614}"/>
              </a:ext>
            </a:extLst>
          </p:cNvPr>
          <p:cNvSpPr>
            <a:spLocks noGrp="1"/>
          </p:cNvSpPr>
          <p:nvPr>
            <p:ph sz="quarter" idx="12"/>
          </p:nvPr>
        </p:nvSpPr>
        <p:spPr>
          <a:xfrm>
            <a:off x="6279197" y="1548588"/>
            <a:ext cx="5394960" cy="4389120"/>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
        <p:nvSpPr>
          <p:cNvPr id="6" name="Text Placeholder 6">
            <a:extLst>
              <a:ext uri="{FF2B5EF4-FFF2-40B4-BE49-F238E27FC236}">
                <a16:creationId xmlns:a16="http://schemas.microsoft.com/office/drawing/2014/main" id="{BDDCA529-E988-9621-FBE7-7DFBDAC06229}"/>
              </a:ext>
            </a:extLst>
          </p:cNvPr>
          <p:cNvSpPr>
            <a:spLocks noGrp="1"/>
          </p:cNvSpPr>
          <p:nvPr>
            <p:ph type="body" sz="quarter" idx="11" hasCustomPrompt="1"/>
          </p:nvPr>
        </p:nvSpPr>
        <p:spPr>
          <a:xfrm>
            <a:off x="6196405" y="1078443"/>
            <a:ext cx="5522600" cy="423862"/>
          </a:xfrm>
        </p:spPr>
        <p:txBody>
          <a:bodyPr>
            <a:normAutofit/>
          </a:bodyPr>
          <a:lstStyle>
            <a:lvl1pPr>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endParaRPr lang="en-MX"/>
          </a:p>
        </p:txBody>
      </p:sp>
    </p:spTree>
    <p:extLst>
      <p:ext uri="{BB962C8B-B14F-4D97-AF65-F5344CB8AC3E}">
        <p14:creationId xmlns:p14="http://schemas.microsoft.com/office/powerpoint/2010/main" val="864785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pic>
        <p:nvPicPr>
          <p:cNvPr id="10" name="Picture 9" descr="A picture containing shape&#10;&#10;Description automatically generated">
            <a:extLst>
              <a:ext uri="{FF2B5EF4-FFF2-40B4-BE49-F238E27FC236}">
                <a16:creationId xmlns:a16="http://schemas.microsoft.com/office/drawing/2014/main" id="{67254B57-7D3C-B80E-6390-803809FF6BF4}"/>
              </a:ext>
            </a:extLst>
          </p:cNvPr>
          <p:cNvPicPr>
            <a:picLocks noChangeAspect="1"/>
          </p:cNvPicPr>
          <p:nvPr userDrawn="1"/>
        </p:nvPicPr>
        <p:blipFill>
          <a:blip r:embed="rId2"/>
          <a:stretch>
            <a:fillRect/>
          </a:stretch>
        </p:blipFill>
        <p:spPr>
          <a:xfrm>
            <a:off x="2764027" y="1240897"/>
            <a:ext cx="6709101" cy="5171898"/>
          </a:xfrm>
          <a:prstGeom prst="rect">
            <a:avLst/>
          </a:prstGeom>
        </p:spPr>
      </p:pic>
      <p:pic>
        <p:nvPicPr>
          <p:cNvPr id="8" name="Picture 7" descr="Logo&#10;&#10;Description automatically generated">
            <a:extLst>
              <a:ext uri="{FF2B5EF4-FFF2-40B4-BE49-F238E27FC236}">
                <a16:creationId xmlns:a16="http://schemas.microsoft.com/office/drawing/2014/main" id="{FBDAFC67-98EC-38E5-D42A-6AD12DFB7571}"/>
              </a:ext>
            </a:extLst>
          </p:cNvPr>
          <p:cNvPicPr>
            <a:picLocks noChangeAspect="1"/>
          </p:cNvPicPr>
          <p:nvPr userDrawn="1"/>
        </p:nvPicPr>
        <p:blipFill>
          <a:blip r:embed="rId3"/>
          <a:stretch>
            <a:fillRect/>
          </a:stretch>
        </p:blipFill>
        <p:spPr>
          <a:xfrm>
            <a:off x="10294021" y="6384043"/>
            <a:ext cx="1380136" cy="445205"/>
          </a:xfrm>
          <a:prstGeom prst="rect">
            <a:avLst/>
          </a:prstGeom>
        </p:spPr>
      </p:pic>
      <p:sp>
        <p:nvSpPr>
          <p:cNvPr id="2" name="Title 1">
            <a:extLst>
              <a:ext uri="{FF2B5EF4-FFF2-40B4-BE49-F238E27FC236}">
                <a16:creationId xmlns:a16="http://schemas.microsoft.com/office/drawing/2014/main" id="{99CB4A5C-DF63-8836-72EC-68379B22B9BF}"/>
              </a:ext>
            </a:extLst>
          </p:cNvPr>
          <p:cNvSpPr>
            <a:spLocks noGrp="1"/>
          </p:cNvSpPr>
          <p:nvPr>
            <p:ph type="title" hasCustomPrompt="1"/>
          </p:nvPr>
        </p:nvSpPr>
        <p:spPr>
          <a:xfrm>
            <a:off x="4215328" y="1240897"/>
            <a:ext cx="4271447" cy="594431"/>
          </a:xfrm>
        </p:spPr>
        <p:txBody>
          <a:bodyPr>
            <a:normAutofit/>
          </a:bodyPr>
          <a:lstStyle>
            <a:lvl1pPr algn="r">
              <a:defRPr sz="3200" b="1" i="0">
                <a:solidFill>
                  <a:srgbClr val="005596"/>
                </a:solidFill>
                <a:latin typeface="Poppins" pitchFamily="2" charset="77"/>
                <a:cs typeface="Poppins" pitchFamily="2" charset="77"/>
              </a:defRPr>
            </a:lvl1pPr>
          </a:lstStyle>
          <a:p>
            <a:r>
              <a:rPr lang="en-US"/>
              <a:t>John Doe</a:t>
            </a:r>
            <a:endParaRPr lang="en-MX"/>
          </a:p>
        </p:txBody>
      </p:sp>
      <p:sp>
        <p:nvSpPr>
          <p:cNvPr id="7" name="Text Placeholder 6">
            <a:extLst>
              <a:ext uri="{FF2B5EF4-FFF2-40B4-BE49-F238E27FC236}">
                <a16:creationId xmlns:a16="http://schemas.microsoft.com/office/drawing/2014/main" id="{A6A30456-AA2D-3271-9115-D02FEF5AE275}"/>
              </a:ext>
            </a:extLst>
          </p:cNvPr>
          <p:cNvSpPr>
            <a:spLocks noGrp="1"/>
          </p:cNvSpPr>
          <p:nvPr>
            <p:ph type="body" sz="quarter" idx="10"/>
          </p:nvPr>
        </p:nvSpPr>
        <p:spPr>
          <a:xfrm>
            <a:off x="4214813" y="2009775"/>
            <a:ext cx="4271447" cy="2587625"/>
          </a:xfrm>
        </p:spPr>
        <p:txBody>
          <a:bodyPr>
            <a:normAutofit/>
          </a:bodyPr>
          <a:lstStyle>
            <a:lvl1pPr algn="ctr">
              <a:defRPr sz="2800" i="1">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173185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pic>
        <p:nvPicPr>
          <p:cNvPr id="6" name="Picture 5" descr="Diagram&#10;&#10;Description automatically generated with low confidence">
            <a:extLst>
              <a:ext uri="{FF2B5EF4-FFF2-40B4-BE49-F238E27FC236}">
                <a16:creationId xmlns:a16="http://schemas.microsoft.com/office/drawing/2014/main" id="{2997DA69-4CDE-50A1-AFCA-66FEB74221EA}"/>
              </a:ext>
            </a:extLst>
          </p:cNvPr>
          <p:cNvPicPr>
            <a:picLocks noChangeAspect="1"/>
          </p:cNvPicPr>
          <p:nvPr userDrawn="1"/>
        </p:nvPicPr>
        <p:blipFill>
          <a:blip r:embed="rId2"/>
          <a:stretch>
            <a:fillRect/>
          </a:stretch>
        </p:blipFill>
        <p:spPr>
          <a:xfrm>
            <a:off x="366779" y="1720651"/>
            <a:ext cx="11458444" cy="1708350"/>
          </a:xfrm>
          <a:prstGeom prst="rect">
            <a:avLst/>
          </a:prstGeom>
        </p:spPr>
      </p:pic>
      <p:sp>
        <p:nvSpPr>
          <p:cNvPr id="4" name="Title 1">
            <a:extLst>
              <a:ext uri="{FF2B5EF4-FFF2-40B4-BE49-F238E27FC236}">
                <a16:creationId xmlns:a16="http://schemas.microsoft.com/office/drawing/2014/main" id="{FD562C5F-11BC-838C-96DD-BF84E16B5293}"/>
              </a:ext>
            </a:extLst>
          </p:cNvPr>
          <p:cNvSpPr>
            <a:spLocks noGrp="1"/>
          </p:cNvSpPr>
          <p:nvPr>
            <p:ph type="title"/>
          </p:nvPr>
        </p:nvSpPr>
        <p:spPr>
          <a:xfrm>
            <a:off x="468489" y="434446"/>
            <a:ext cx="6338711"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7" name="Text Placeholder 2">
            <a:extLst>
              <a:ext uri="{FF2B5EF4-FFF2-40B4-BE49-F238E27FC236}">
                <a16:creationId xmlns:a16="http://schemas.microsoft.com/office/drawing/2014/main" id="{35600096-BCC5-7230-A89B-E520E506AF37}"/>
              </a:ext>
            </a:extLst>
          </p:cNvPr>
          <p:cNvSpPr>
            <a:spLocks noGrp="1"/>
          </p:cNvSpPr>
          <p:nvPr>
            <p:ph type="body" idx="1"/>
          </p:nvPr>
        </p:nvSpPr>
        <p:spPr>
          <a:xfrm>
            <a:off x="374360" y="3429000"/>
            <a:ext cx="2194028" cy="1500187"/>
          </a:xfrm>
          <a:prstGeom prst="rect">
            <a:avLst/>
          </a:prstGeom>
        </p:spPr>
        <p:txBody>
          <a:bodyPr>
            <a:normAutofit/>
          </a:bodyPr>
          <a:lstStyle>
            <a:lvl1pPr marL="285750" indent="-285750">
              <a:buFont typeface="Arial" panose="020B0604020202020204" pitchFamily="34" charset="0"/>
              <a:buChar char="•"/>
              <a:defRPr sz="140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Text Placeholder 2">
            <a:extLst>
              <a:ext uri="{FF2B5EF4-FFF2-40B4-BE49-F238E27FC236}">
                <a16:creationId xmlns:a16="http://schemas.microsoft.com/office/drawing/2014/main" id="{93519CD5-9C94-88A6-83D9-6BD86A1B3D56}"/>
              </a:ext>
            </a:extLst>
          </p:cNvPr>
          <p:cNvSpPr>
            <a:spLocks noGrp="1"/>
          </p:cNvSpPr>
          <p:nvPr>
            <p:ph type="body" idx="11"/>
          </p:nvPr>
        </p:nvSpPr>
        <p:spPr>
          <a:xfrm>
            <a:off x="5036009" y="3429000"/>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 Placeholder 2">
            <a:extLst>
              <a:ext uri="{FF2B5EF4-FFF2-40B4-BE49-F238E27FC236}">
                <a16:creationId xmlns:a16="http://schemas.microsoft.com/office/drawing/2014/main" id="{4471196B-D805-6FD9-C3D1-2EA90F002AA1}"/>
              </a:ext>
            </a:extLst>
          </p:cNvPr>
          <p:cNvSpPr>
            <a:spLocks noGrp="1"/>
          </p:cNvSpPr>
          <p:nvPr>
            <p:ph type="body" idx="12"/>
          </p:nvPr>
        </p:nvSpPr>
        <p:spPr>
          <a:xfrm>
            <a:off x="9631194" y="3429000"/>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690F7055-6F36-C99A-66DE-47123AF2BFD7}"/>
              </a:ext>
            </a:extLst>
          </p:cNvPr>
          <p:cNvSpPr>
            <a:spLocks noGrp="1"/>
          </p:cNvSpPr>
          <p:nvPr>
            <p:ph type="body" idx="13" hasCustomPrompt="1"/>
          </p:nvPr>
        </p:nvSpPr>
        <p:spPr>
          <a:xfrm>
            <a:off x="905269" y="2339814"/>
            <a:ext cx="708378" cy="640977"/>
          </a:xfrm>
          <a:prstGeom prst="rect">
            <a:avLst/>
          </a:prstGeom>
        </p:spPr>
        <p:txBody>
          <a:bodyPr>
            <a:normAutofit/>
          </a:bodyPr>
          <a:lstStyle>
            <a:lvl1pPr marL="0" indent="0">
              <a:buNone/>
              <a:defRPr sz="3600" b="1">
                <a:solidFill>
                  <a:schemeClr val="bg1"/>
                </a:solidFill>
                <a:latin typeface="Century Gothic" panose="020B0502020202020204" pitchFamily="34" charset="0"/>
                <a:cs typeface="Poppi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1" name="Text Placeholder 2">
            <a:extLst>
              <a:ext uri="{FF2B5EF4-FFF2-40B4-BE49-F238E27FC236}">
                <a16:creationId xmlns:a16="http://schemas.microsoft.com/office/drawing/2014/main" id="{C4514C5E-AD10-540E-4124-EF0FB6341F93}"/>
              </a:ext>
            </a:extLst>
          </p:cNvPr>
          <p:cNvSpPr>
            <a:spLocks noGrp="1"/>
          </p:cNvSpPr>
          <p:nvPr>
            <p:ph type="body" idx="14" hasCustomPrompt="1"/>
          </p:nvPr>
        </p:nvSpPr>
        <p:spPr>
          <a:xfrm>
            <a:off x="5867234" y="2339814"/>
            <a:ext cx="708378" cy="640977"/>
          </a:xfrm>
          <a:prstGeom prst="rect">
            <a:avLst/>
          </a:prstGeom>
        </p:spPr>
        <p:txBody>
          <a:bodyPr>
            <a:normAutofit/>
          </a:bodyPr>
          <a:lstStyle>
            <a:lvl1pPr marL="0" indent="0">
              <a:buNone/>
              <a:defRPr sz="3600" b="1">
                <a:solidFill>
                  <a:schemeClr val="bg1"/>
                </a:solidFill>
                <a:latin typeface="Century Gothic" panose="020B0502020202020204" pitchFamily="34" charset="0"/>
                <a:cs typeface="Poppi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02</a:t>
            </a:r>
          </a:p>
        </p:txBody>
      </p:sp>
      <p:sp>
        <p:nvSpPr>
          <p:cNvPr id="12" name="Text Placeholder 2">
            <a:extLst>
              <a:ext uri="{FF2B5EF4-FFF2-40B4-BE49-F238E27FC236}">
                <a16:creationId xmlns:a16="http://schemas.microsoft.com/office/drawing/2014/main" id="{1B270200-8E34-DBA3-0E5F-541E3CFC8E3F}"/>
              </a:ext>
            </a:extLst>
          </p:cNvPr>
          <p:cNvSpPr>
            <a:spLocks noGrp="1"/>
          </p:cNvSpPr>
          <p:nvPr>
            <p:ph type="body" idx="15" hasCustomPrompt="1"/>
          </p:nvPr>
        </p:nvSpPr>
        <p:spPr>
          <a:xfrm>
            <a:off x="10587152" y="2245685"/>
            <a:ext cx="708378" cy="640977"/>
          </a:xfrm>
          <a:prstGeom prst="rect">
            <a:avLst/>
          </a:prstGeom>
        </p:spPr>
        <p:txBody>
          <a:bodyPr>
            <a:normAutofit/>
          </a:bodyPr>
          <a:lstStyle>
            <a:lvl1pPr marL="0" indent="0">
              <a:buNone/>
              <a:defRPr sz="3600" b="1">
                <a:solidFill>
                  <a:schemeClr val="bg1"/>
                </a:solidFill>
                <a:latin typeface="Century Gothic" panose="020B0502020202020204" pitchFamily="34" charset="0"/>
                <a:cs typeface="Poppi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03</a:t>
            </a:r>
          </a:p>
        </p:txBody>
      </p:sp>
      <p:pic>
        <p:nvPicPr>
          <p:cNvPr id="13" name="Picture 12" descr="Logo&#10;&#10;Description automatically generated">
            <a:extLst>
              <a:ext uri="{FF2B5EF4-FFF2-40B4-BE49-F238E27FC236}">
                <a16:creationId xmlns:a16="http://schemas.microsoft.com/office/drawing/2014/main" id="{707FDABF-1499-C8ED-1211-B266C03BA966}"/>
              </a:ext>
            </a:extLst>
          </p:cNvPr>
          <p:cNvPicPr>
            <a:picLocks noChangeAspect="1"/>
          </p:cNvPicPr>
          <p:nvPr userDrawn="1"/>
        </p:nvPicPr>
        <p:blipFill>
          <a:blip r:embed="rId3"/>
          <a:stretch>
            <a:fillRect/>
          </a:stretch>
        </p:blipFill>
        <p:spPr>
          <a:xfrm>
            <a:off x="10294021" y="6384043"/>
            <a:ext cx="1380136" cy="445205"/>
          </a:xfrm>
          <a:prstGeom prst="rect">
            <a:avLst/>
          </a:prstGeom>
        </p:spPr>
      </p:pic>
      <p:sp>
        <p:nvSpPr>
          <p:cNvPr id="2" name="Text Placeholder 6">
            <a:extLst>
              <a:ext uri="{FF2B5EF4-FFF2-40B4-BE49-F238E27FC236}">
                <a16:creationId xmlns:a16="http://schemas.microsoft.com/office/drawing/2014/main" id="{FD992D7D-9B11-EAF8-2BFF-D0C68BFB20A7}"/>
              </a:ext>
            </a:extLst>
          </p:cNvPr>
          <p:cNvSpPr>
            <a:spLocks noGrp="1"/>
          </p:cNvSpPr>
          <p:nvPr>
            <p:ph type="body" sz="quarter" idx="16"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Tree>
    <p:extLst>
      <p:ext uri="{BB962C8B-B14F-4D97-AF65-F5344CB8AC3E}">
        <p14:creationId xmlns:p14="http://schemas.microsoft.com/office/powerpoint/2010/main" val="3565956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ullet 2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B4BFC0-5F41-F0CD-41C1-89DD22A4B8CD}"/>
              </a:ext>
            </a:extLst>
          </p:cNvPr>
          <p:cNvSpPr>
            <a:spLocks noGrp="1"/>
          </p:cNvSpPr>
          <p:nvPr>
            <p:ph type="title"/>
          </p:nvPr>
        </p:nvSpPr>
        <p:spPr>
          <a:xfrm>
            <a:off x="468489" y="434446"/>
            <a:ext cx="6338711"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9" name="Text Placeholder 2">
            <a:extLst>
              <a:ext uri="{FF2B5EF4-FFF2-40B4-BE49-F238E27FC236}">
                <a16:creationId xmlns:a16="http://schemas.microsoft.com/office/drawing/2014/main" id="{48A22F27-9D7B-C6E5-5AEE-45A8127F8A4B}"/>
              </a:ext>
            </a:extLst>
          </p:cNvPr>
          <p:cNvSpPr>
            <a:spLocks noGrp="1"/>
          </p:cNvSpPr>
          <p:nvPr>
            <p:ph type="body" idx="1"/>
          </p:nvPr>
        </p:nvSpPr>
        <p:spPr>
          <a:xfrm>
            <a:off x="2465675" y="1928813"/>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29D1BCEA-C3F0-C467-A5F4-3E70D00760AE}"/>
              </a:ext>
            </a:extLst>
          </p:cNvPr>
          <p:cNvSpPr>
            <a:spLocks noGrp="1"/>
          </p:cNvSpPr>
          <p:nvPr>
            <p:ph type="body" idx="11"/>
          </p:nvPr>
        </p:nvSpPr>
        <p:spPr>
          <a:xfrm>
            <a:off x="2465675" y="4040002"/>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25AF7E3C-6319-3513-11F9-ED0708003958}"/>
              </a:ext>
            </a:extLst>
          </p:cNvPr>
          <p:cNvSpPr>
            <a:spLocks noGrp="1"/>
          </p:cNvSpPr>
          <p:nvPr>
            <p:ph type="body" idx="12"/>
          </p:nvPr>
        </p:nvSpPr>
        <p:spPr>
          <a:xfrm>
            <a:off x="8019311" y="1928813"/>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39902DF3-A8F6-0F9C-63E4-C605347FF648}"/>
              </a:ext>
            </a:extLst>
          </p:cNvPr>
          <p:cNvSpPr>
            <a:spLocks noGrp="1"/>
          </p:cNvSpPr>
          <p:nvPr>
            <p:ph type="body" idx="13"/>
          </p:nvPr>
        </p:nvSpPr>
        <p:spPr>
          <a:xfrm>
            <a:off x="8019311" y="4040002"/>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13" name="Picture 12" descr="Logo&#10;&#10;Description automatically generated">
            <a:extLst>
              <a:ext uri="{FF2B5EF4-FFF2-40B4-BE49-F238E27FC236}">
                <a16:creationId xmlns:a16="http://schemas.microsoft.com/office/drawing/2014/main" id="{6E59B898-2348-448A-E91C-826978FADD99}"/>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2" name="Text Placeholder 6">
            <a:extLst>
              <a:ext uri="{FF2B5EF4-FFF2-40B4-BE49-F238E27FC236}">
                <a16:creationId xmlns:a16="http://schemas.microsoft.com/office/drawing/2014/main" id="{E43DC5F3-7C9B-C24F-9FC0-5474F1C4B0EF}"/>
              </a:ext>
            </a:extLst>
          </p:cNvPr>
          <p:cNvSpPr>
            <a:spLocks noGrp="1"/>
          </p:cNvSpPr>
          <p:nvPr>
            <p:ph type="body" sz="quarter" idx="14"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Tree>
    <p:extLst>
      <p:ext uri="{BB962C8B-B14F-4D97-AF65-F5344CB8AC3E}">
        <p14:creationId xmlns:p14="http://schemas.microsoft.com/office/powerpoint/2010/main" val="1870007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act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3F71C3-C9CF-C020-3DA7-42C0516B1629}"/>
              </a:ext>
            </a:extLst>
          </p:cNvPr>
          <p:cNvSpPr>
            <a:spLocks noGrp="1"/>
          </p:cNvSpPr>
          <p:nvPr>
            <p:ph type="title"/>
          </p:nvPr>
        </p:nvSpPr>
        <p:spPr>
          <a:xfrm>
            <a:off x="468489" y="434446"/>
            <a:ext cx="6338711"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8" name="Text Placeholder 2">
            <a:extLst>
              <a:ext uri="{FF2B5EF4-FFF2-40B4-BE49-F238E27FC236}">
                <a16:creationId xmlns:a16="http://schemas.microsoft.com/office/drawing/2014/main" id="{3F726CEF-56A7-FFEA-7D5C-C57FE809D37D}"/>
              </a:ext>
            </a:extLst>
          </p:cNvPr>
          <p:cNvSpPr>
            <a:spLocks noGrp="1"/>
          </p:cNvSpPr>
          <p:nvPr>
            <p:ph type="body" idx="1"/>
          </p:nvPr>
        </p:nvSpPr>
        <p:spPr>
          <a:xfrm>
            <a:off x="6327124" y="2972373"/>
            <a:ext cx="3034553" cy="1103364"/>
          </a:xfrm>
          <a:prstGeom prst="rect">
            <a:avLst/>
          </a:prstGeom>
        </p:spPr>
        <p:txBody>
          <a:bodyPr>
            <a:normAutofit/>
          </a:bodyPr>
          <a:lstStyle>
            <a:lvl1pPr marL="0" indent="0">
              <a:buNone/>
              <a:defRPr sz="1400" b="0" i="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endParaRPr lang="en-MX" sz="1400"/>
          </a:p>
        </p:txBody>
      </p:sp>
      <p:cxnSp>
        <p:nvCxnSpPr>
          <p:cNvPr id="11" name="Straight Connector 10">
            <a:extLst>
              <a:ext uri="{FF2B5EF4-FFF2-40B4-BE49-F238E27FC236}">
                <a16:creationId xmlns:a16="http://schemas.microsoft.com/office/drawing/2014/main" id="{B273EAE6-94EC-ACBC-E2C1-90D4971849C7}"/>
              </a:ext>
            </a:extLst>
          </p:cNvPr>
          <p:cNvCxnSpPr/>
          <p:nvPr userDrawn="1"/>
        </p:nvCxnSpPr>
        <p:spPr>
          <a:xfrm>
            <a:off x="5755341" y="2738904"/>
            <a:ext cx="0" cy="1570303"/>
          </a:xfrm>
          <a:prstGeom prst="lin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pic>
        <p:nvPicPr>
          <p:cNvPr id="12" name="Picture 11" descr="Logo&#10;&#10;Description automatically generated">
            <a:extLst>
              <a:ext uri="{FF2B5EF4-FFF2-40B4-BE49-F238E27FC236}">
                <a16:creationId xmlns:a16="http://schemas.microsoft.com/office/drawing/2014/main" id="{12DFF03C-496A-CF14-7E80-D1EF5809D121}"/>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7" name="Picture Placeholder 6">
            <a:extLst>
              <a:ext uri="{FF2B5EF4-FFF2-40B4-BE49-F238E27FC236}">
                <a16:creationId xmlns:a16="http://schemas.microsoft.com/office/drawing/2014/main" id="{6961031C-CBB7-C46D-3F69-E8FA9C56BC03}"/>
              </a:ext>
            </a:extLst>
          </p:cNvPr>
          <p:cNvSpPr>
            <a:spLocks noGrp="1"/>
          </p:cNvSpPr>
          <p:nvPr>
            <p:ph type="pic" sz="quarter" idx="10"/>
          </p:nvPr>
        </p:nvSpPr>
        <p:spPr>
          <a:xfrm>
            <a:off x="3367087" y="2738903"/>
            <a:ext cx="2119267" cy="1570303"/>
          </a:xfrm>
          <a:prstGeom prst="rect">
            <a:avLst/>
          </a:prstGeom>
        </p:spPr>
        <p:txBody>
          <a:bodyPr/>
          <a:lstStyle/>
          <a:p>
            <a:endParaRPr lang="en-US"/>
          </a:p>
        </p:txBody>
      </p:sp>
    </p:spTree>
    <p:extLst>
      <p:ext uri="{BB962C8B-B14F-4D97-AF65-F5344CB8AC3E}">
        <p14:creationId xmlns:p14="http://schemas.microsoft.com/office/powerpoint/2010/main" val="3064293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6F94E-5EC9-EDBD-17A2-64005DA36E15}"/>
              </a:ext>
            </a:extLst>
          </p:cNvPr>
          <p:cNvSpPr>
            <a:spLocks noGrp="1"/>
          </p:cNvSpPr>
          <p:nvPr>
            <p:ph type="title"/>
          </p:nvPr>
        </p:nvSpPr>
        <p:spPr/>
        <p:txBody>
          <a:bodyPr/>
          <a:lstStyle/>
          <a:p>
            <a:r>
              <a:rPr lang="en-US"/>
              <a:t>Click to edit Master title style</a:t>
            </a:r>
            <a:endParaRPr lang="en-MX"/>
          </a:p>
        </p:txBody>
      </p:sp>
    </p:spTree>
    <p:extLst>
      <p:ext uri="{BB962C8B-B14F-4D97-AF65-F5344CB8AC3E}">
        <p14:creationId xmlns:p14="http://schemas.microsoft.com/office/powerpoint/2010/main" val="2110357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05668"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10" name="Content Placeholder 9">
            <a:extLst>
              <a:ext uri="{FF2B5EF4-FFF2-40B4-BE49-F238E27FC236}">
                <a16:creationId xmlns:a16="http://schemas.microsoft.com/office/drawing/2014/main" id="{76DB217A-F6B3-74AC-D9F2-0EF851F4881D}"/>
              </a:ext>
            </a:extLst>
          </p:cNvPr>
          <p:cNvSpPr>
            <a:spLocks noGrp="1"/>
          </p:cNvSpPr>
          <p:nvPr>
            <p:ph sz="quarter" idx="10"/>
          </p:nvPr>
        </p:nvSpPr>
        <p:spPr>
          <a:xfrm>
            <a:off x="468313" y="1549400"/>
            <a:ext cx="11206162" cy="4335463"/>
          </a:xfrm>
        </p:spPr>
        <p:txBody>
          <a:bodyPr>
            <a:normAutofit/>
          </a:bodyPr>
          <a:lstStyle>
            <a:lvl1pPr>
              <a:defRPr sz="1400">
                <a:latin typeface="Khula" panose="02000000000000000000" pitchFamily="2" charset="0"/>
                <a:cs typeface="Khula" panose="02000000000000000000" pitchFamily="2" charset="0"/>
              </a:defRPr>
            </a:lvl1pPr>
          </a:lstStyle>
          <a:p>
            <a:pPr lvl="0"/>
            <a:r>
              <a:rPr lang="en-US"/>
              <a:t>Click to edit Master text styles</a:t>
            </a:r>
          </a:p>
        </p:txBody>
      </p:sp>
    </p:spTree>
    <p:extLst>
      <p:ext uri="{BB962C8B-B14F-4D97-AF65-F5344CB8AC3E}">
        <p14:creationId xmlns:p14="http://schemas.microsoft.com/office/powerpoint/2010/main" val="2008111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9C89-5C33-AE78-C800-594380FBB5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D4C0FD-6184-730A-C70F-DC806A41D0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919D25-5FBA-6ED8-6017-50C6D377EABC}"/>
              </a:ext>
            </a:extLst>
          </p:cNvPr>
          <p:cNvSpPr>
            <a:spLocks noGrp="1"/>
          </p:cNvSpPr>
          <p:nvPr>
            <p:ph type="dt" sz="half" idx="10"/>
          </p:nvPr>
        </p:nvSpPr>
        <p:spPr/>
        <p:txBody>
          <a:bodyPr/>
          <a:lstStyle/>
          <a:p>
            <a:fld id="{AC5F636A-0D47-464A-B2A3-36F3F5FA6DF8}" type="datetimeFigureOut">
              <a:rPr lang="en-US" smtClean="0"/>
              <a:t>7/22/26</a:t>
            </a:fld>
            <a:endParaRPr lang="en-US"/>
          </a:p>
        </p:txBody>
      </p:sp>
      <p:sp>
        <p:nvSpPr>
          <p:cNvPr id="5" name="Footer Placeholder 4">
            <a:extLst>
              <a:ext uri="{FF2B5EF4-FFF2-40B4-BE49-F238E27FC236}">
                <a16:creationId xmlns:a16="http://schemas.microsoft.com/office/drawing/2014/main" id="{43FE5808-8013-26BA-C3FF-04DF0255EF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0B4503-A0E1-FCDA-7334-EC45A635529F}"/>
              </a:ext>
            </a:extLst>
          </p:cNvPr>
          <p:cNvSpPr>
            <a:spLocks noGrp="1"/>
          </p:cNvSpPr>
          <p:nvPr>
            <p:ph type="sldNum" sz="quarter" idx="12"/>
          </p:nvPr>
        </p:nvSpPr>
        <p:spPr/>
        <p:txBody>
          <a:bodyPr/>
          <a:lstStyle/>
          <a:p>
            <a:fld id="{807F42E9-F268-CE4C-A44B-CB19C80E02AA}" type="slidenum">
              <a:rPr lang="en-US" smtClean="0"/>
              <a:t>‹#›</a:t>
            </a:fld>
            <a:endParaRPr lang="en-US"/>
          </a:p>
        </p:txBody>
      </p:sp>
    </p:spTree>
    <p:extLst>
      <p:ext uri="{BB962C8B-B14F-4D97-AF65-F5344CB8AC3E}">
        <p14:creationId xmlns:p14="http://schemas.microsoft.com/office/powerpoint/2010/main" val="810264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Diagram or Table - Full Screen">
    <p:spTree>
      <p:nvGrpSpPr>
        <p:cNvPr id="1" name=""/>
        <p:cNvGrpSpPr/>
        <p:nvPr/>
      </p:nvGrpSpPr>
      <p:grpSpPr>
        <a:xfrm>
          <a:off x="0" y="0"/>
          <a:ext cx="0" cy="0"/>
          <a:chOff x="0" y="0"/>
          <a:chExt cx="0" cy="0"/>
        </a:xfrm>
      </p:grpSpPr>
      <p:sp>
        <p:nvSpPr>
          <p:cNvPr id="489" name="Title Text"/>
          <p:cNvSpPr txBox="1">
            <a:spLocks noGrp="1"/>
          </p:cNvSpPr>
          <p:nvPr>
            <p:ph type="body" sz="quarter" idx="21"/>
          </p:nvPr>
        </p:nvSpPr>
        <p:spPr>
          <a:xfrm>
            <a:off x="637530" y="6444132"/>
            <a:ext cx="5098566" cy="222251"/>
          </a:xfrm>
          <a:prstGeom prst="rect">
            <a:avLst/>
          </a:prstGeom>
        </p:spPr>
        <p:txBody>
          <a:bodyPr anchor="ctr"/>
          <a:lstStyle>
            <a:lvl1pPr algn="l">
              <a:lnSpc>
                <a:spcPct val="100000"/>
              </a:lnSpc>
              <a:spcBef>
                <a:spcPts val="0"/>
              </a:spcBef>
              <a:defRPr b="0">
                <a:solidFill>
                  <a:srgbClr val="797979"/>
                </a:solidFill>
                <a:latin typeface="Avenir Next Medium"/>
                <a:ea typeface="Avenir Next Medium"/>
                <a:cs typeface="Avenir Next Medium"/>
                <a:sym typeface="Avenir Next Medium"/>
              </a:defRPr>
            </a:lvl1pPr>
          </a:lstStyle>
          <a:p>
            <a:r>
              <a:t>Title Text</a:t>
            </a:r>
          </a:p>
        </p:txBody>
      </p:sp>
      <p:sp>
        <p:nvSpPr>
          <p:cNvPr id="490" name="Section Title"/>
          <p:cNvSpPr txBox="1">
            <a:spLocks noGrp="1"/>
          </p:cNvSpPr>
          <p:nvPr>
            <p:ph type="body" sz="quarter" idx="22"/>
          </p:nvPr>
        </p:nvSpPr>
        <p:spPr>
          <a:xfrm>
            <a:off x="6458930" y="6406661"/>
            <a:ext cx="5098566" cy="284951"/>
          </a:xfrm>
          <a:prstGeom prst="rect">
            <a:avLst/>
          </a:prstGeom>
        </p:spPr>
        <p:txBody>
          <a:bodyPr anchor="ctr"/>
          <a:lstStyle>
            <a:lvl1pPr>
              <a:lnSpc>
                <a:spcPct val="100000"/>
              </a:lnSpc>
              <a:spcBef>
                <a:spcPts val="0"/>
              </a:spcBef>
              <a:defRPr b="0"/>
            </a:lvl1pPr>
          </a:lstStyle>
          <a:p>
            <a:r>
              <a:t>Section Title</a:t>
            </a:r>
          </a:p>
        </p:txBody>
      </p:sp>
    </p:spTree>
    <p:extLst>
      <p:ext uri="{BB962C8B-B14F-4D97-AF65-F5344CB8AC3E}">
        <p14:creationId xmlns:p14="http://schemas.microsoft.com/office/powerpoint/2010/main" val="228498673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Shape, rectangle&#10;&#10;Description automatically generated with medium confidence">
            <a:extLst>
              <a:ext uri="{FF2B5EF4-FFF2-40B4-BE49-F238E27FC236}">
                <a16:creationId xmlns:a16="http://schemas.microsoft.com/office/drawing/2014/main" id="{927A4B59-C598-90D6-EB86-6CEB76A2655D}"/>
              </a:ext>
            </a:extLst>
          </p:cNvPr>
          <p:cNvPicPr>
            <a:picLocks noChangeAspect="1"/>
          </p:cNvPicPr>
          <p:nvPr userDrawn="1"/>
        </p:nvPicPr>
        <p:blipFill>
          <a:blip r:embed="rId16"/>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9394717D-6E54-D547-934B-958044D27E5A}"/>
              </a:ext>
            </a:extLst>
          </p:cNvPr>
          <p:cNvSpPr txBox="1"/>
          <p:nvPr userDrawn="1"/>
        </p:nvSpPr>
        <p:spPr>
          <a:xfrm>
            <a:off x="826911" y="6479823"/>
            <a:ext cx="572911" cy="276999"/>
          </a:xfrm>
          <a:prstGeom prst="rect">
            <a:avLst/>
          </a:prstGeom>
          <a:noFill/>
        </p:spPr>
        <p:txBody>
          <a:bodyPr wrap="square" rtlCol="0">
            <a:spAutoFit/>
          </a:bodyPr>
          <a:lstStyle/>
          <a:p>
            <a:fld id="{C3BB742A-9951-4A41-9B51-4F6023B7AEA7}" type="slidenum">
              <a:rPr lang="en-MX" sz="1200" b="1" i="0" smtClean="0">
                <a:solidFill>
                  <a:schemeClr val="bg1"/>
                </a:solidFill>
                <a:latin typeface="Khula SemiBold" panose="02000000000000000000" pitchFamily="2" charset="0"/>
                <a:cs typeface="Khula SemiBold" panose="02000000000000000000" pitchFamily="2" charset="0"/>
              </a:rPr>
              <a:t>‹#›</a:t>
            </a:fld>
            <a:endParaRPr lang="en-MX" sz="1200" b="1" i="0">
              <a:solidFill>
                <a:schemeClr val="bg1"/>
              </a:solidFill>
              <a:latin typeface="Khula SemiBold" panose="02000000000000000000" pitchFamily="2" charset="0"/>
              <a:cs typeface="Khula SemiBold" panose="02000000000000000000" pitchFamily="2" charset="0"/>
            </a:endParaRPr>
          </a:p>
        </p:txBody>
      </p:sp>
      <p:sp>
        <p:nvSpPr>
          <p:cNvPr id="2" name="Title Placeholder 1">
            <a:extLst>
              <a:ext uri="{FF2B5EF4-FFF2-40B4-BE49-F238E27FC236}">
                <a16:creationId xmlns:a16="http://schemas.microsoft.com/office/drawing/2014/main" id="{6440EBC7-ADE3-F209-E554-2D41BB8DEF24}"/>
              </a:ext>
            </a:extLst>
          </p:cNvPr>
          <p:cNvSpPr>
            <a:spLocks noGrp="1"/>
          </p:cNvSpPr>
          <p:nvPr>
            <p:ph type="title"/>
          </p:nvPr>
        </p:nvSpPr>
        <p:spPr>
          <a:xfrm>
            <a:off x="838200" y="365126"/>
            <a:ext cx="10515600" cy="560564"/>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9" name="Text Placeholder 8">
            <a:extLst>
              <a:ext uri="{FF2B5EF4-FFF2-40B4-BE49-F238E27FC236}">
                <a16:creationId xmlns:a16="http://schemas.microsoft.com/office/drawing/2014/main" id="{442D941F-3EA9-5B81-108F-188A61A1C6ED}"/>
              </a:ext>
            </a:extLst>
          </p:cNvPr>
          <p:cNvSpPr>
            <a:spLocks noGrp="1"/>
          </p:cNvSpPr>
          <p:nvPr>
            <p:ph type="body" idx="1"/>
          </p:nvPr>
        </p:nvSpPr>
        <p:spPr>
          <a:xfrm>
            <a:off x="838200" y="1290816"/>
            <a:ext cx="10515600" cy="4897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3" name="TextBox 2">
            <a:extLst>
              <a:ext uri="{FF2B5EF4-FFF2-40B4-BE49-F238E27FC236}">
                <a16:creationId xmlns:a16="http://schemas.microsoft.com/office/drawing/2014/main" id="{05CEFB8A-C4F3-4807-CC33-3413956FB7A6}"/>
              </a:ext>
            </a:extLst>
          </p:cNvPr>
          <p:cNvSpPr txBox="1"/>
          <p:nvPr userDrawn="1"/>
        </p:nvSpPr>
        <p:spPr>
          <a:xfrm>
            <a:off x="3821288" y="6494624"/>
            <a:ext cx="454942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0" dirty="0">
                <a:solidFill>
                  <a:schemeClr val="bg1">
                    <a:alpha val="27925"/>
                  </a:schemeClr>
                </a:solidFill>
                <a:effectLst/>
                <a:latin typeface="Khula" panose="02000000000000000000" pitchFamily="2" charset="0"/>
                <a:cs typeface="Khula" panose="02000000000000000000" pitchFamily="2" charset="0"/>
              </a:rPr>
              <a:t>© 2026 Improving. All Rights Reserved.</a:t>
            </a:r>
            <a:endParaRPr lang="en-MX" sz="900">
              <a:solidFill>
                <a:schemeClr val="bg1">
                  <a:alpha val="27925"/>
                </a:schemeClr>
              </a:solidFill>
              <a:latin typeface="Khula" panose="02000000000000000000" pitchFamily="2" charset="0"/>
              <a:cs typeface="Khula" panose="02000000000000000000" pitchFamily="2" charset="0"/>
            </a:endParaRPr>
          </a:p>
          <a:p>
            <a:endParaRPr lang="en-MX" sz="900">
              <a:solidFill>
                <a:schemeClr val="bg1">
                  <a:alpha val="27925"/>
                </a:schemeClr>
              </a:solidFill>
            </a:endParaRPr>
          </a:p>
        </p:txBody>
      </p:sp>
    </p:spTree>
    <p:extLst>
      <p:ext uri="{BB962C8B-B14F-4D97-AF65-F5344CB8AC3E}">
        <p14:creationId xmlns:p14="http://schemas.microsoft.com/office/powerpoint/2010/main" val="360884763"/>
      </p:ext>
    </p:extLst>
  </p:cSld>
  <p:clrMap bg1="lt1" tx1="dk1" bg2="lt2" tx2="dk2" accent1="accent1" accent2="accent2" accent3="accent3" accent4="accent4" accent5="accent5" accent6="accent6" hlink="hlink" folHlink="folHlink"/>
  <p:sldLayoutIdLst>
    <p:sldLayoutId id="2147483649" r:id="rId1"/>
    <p:sldLayoutId id="2147483652" r:id="rId2"/>
    <p:sldLayoutId id="2147483651" r:id="rId3"/>
    <p:sldLayoutId id="2147483671" r:id="rId4"/>
    <p:sldLayoutId id="2147483672" r:id="rId5"/>
    <p:sldLayoutId id="2147483673" r:id="rId6"/>
    <p:sldLayoutId id="2147483650" r:id="rId7"/>
    <p:sldLayoutId id="2147483674" r:id="rId8"/>
    <p:sldLayoutId id="2147483675" r:id="rId9"/>
    <p:sldLayoutId id="2147483653" r:id="rId10"/>
    <p:sldLayoutId id="2147483659" r:id="rId11"/>
    <p:sldLayoutId id="2147483677" r:id="rId12"/>
    <p:sldLayoutId id="2147483681" r:id="rId13"/>
    <p:sldLayoutId id="2147483683" r:id="rId14"/>
  </p:sldLayoutIdLst>
  <p:hf hdr="0" dt="0"/>
  <p:txStyles>
    <p:titleStyle>
      <a:lvl1pPr algn="l" defTabSz="914400" rtl="0" eaLnBrk="1" latinLnBrk="0" hangingPunct="1">
        <a:lnSpc>
          <a:spcPct val="90000"/>
        </a:lnSpc>
        <a:spcBef>
          <a:spcPct val="0"/>
        </a:spcBef>
        <a:buNone/>
        <a:defRPr sz="3200" b="1" i="0" kern="1200">
          <a:solidFill>
            <a:srgbClr val="005596"/>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1000"/>
        </a:spcBef>
        <a:buFontTx/>
        <a:buNone/>
        <a:defRPr sz="16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12.xml"/><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20.tiff"/><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tiff"/><Relationship Id="rId21" Type="http://schemas.openxmlformats.org/officeDocument/2006/relationships/image" Target="../media/image32.jpg"/><Relationship Id="rId7" Type="http://schemas.openxmlformats.org/officeDocument/2006/relationships/image" Target="../media/image19.tiff"/><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3.xml"/><Relationship Id="rId16" Type="http://schemas.openxmlformats.org/officeDocument/2006/relationships/image" Target="../media/image28.png"/><Relationship Id="rId20" Type="http://schemas.openxmlformats.org/officeDocument/2006/relationships/image" Target="../media/image31.jpg"/><Relationship Id="rId1" Type="http://schemas.openxmlformats.org/officeDocument/2006/relationships/slideLayout" Target="../slideLayouts/slideLayout13.xml"/><Relationship Id="rId6" Type="http://schemas.openxmlformats.org/officeDocument/2006/relationships/image" Target="../media/image18.tiff"/><Relationship Id="rId11" Type="http://schemas.openxmlformats.org/officeDocument/2006/relationships/image" Target="../media/image23.png"/><Relationship Id="rId24" Type="http://schemas.openxmlformats.org/officeDocument/2006/relationships/image" Target="../media/image35.jpg"/><Relationship Id="rId5" Type="http://schemas.openxmlformats.org/officeDocument/2006/relationships/image" Target="../media/image17.tiff"/><Relationship Id="rId15" Type="http://schemas.openxmlformats.org/officeDocument/2006/relationships/image" Target="../media/image27.png"/><Relationship Id="rId23" Type="http://schemas.openxmlformats.org/officeDocument/2006/relationships/image" Target="../media/image34.jpg"/><Relationship Id="rId10" Type="http://schemas.openxmlformats.org/officeDocument/2006/relationships/image" Target="../media/image22.svg"/><Relationship Id="rId19" Type="http://schemas.openxmlformats.org/officeDocument/2006/relationships/image" Target="../media/image4.png"/><Relationship Id="rId4" Type="http://schemas.openxmlformats.org/officeDocument/2006/relationships/image" Target="../media/image16.tiff"/><Relationship Id="rId9" Type="http://schemas.openxmlformats.org/officeDocument/2006/relationships/image" Target="../media/image21.png"/><Relationship Id="rId14" Type="http://schemas.openxmlformats.org/officeDocument/2006/relationships/image" Target="../media/image26.svg"/><Relationship Id="rId22" Type="http://schemas.openxmlformats.org/officeDocument/2006/relationships/image" Target="../media/image3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B3DFFF6-C239-9C2C-AFFE-2BC06E5CDA8E}"/>
              </a:ext>
            </a:extLst>
          </p:cNvPr>
          <p:cNvPicPr>
            <a:picLocks noChangeAspect="1"/>
          </p:cNvPicPr>
          <p:nvPr/>
        </p:nvPicPr>
        <p:blipFill>
          <a:blip r:embed="rId3">
            <a:alphaModFix amt="50000"/>
          </a:blip>
          <a:stretch>
            <a:fillRect/>
          </a:stretch>
        </p:blipFill>
        <p:spPr>
          <a:xfrm>
            <a:off x="279990" y="84327"/>
            <a:ext cx="11632019" cy="6527180"/>
          </a:xfrm>
          <a:prstGeom prst="rect">
            <a:avLst/>
          </a:prstGeom>
        </p:spPr>
      </p:pic>
      <p:sp>
        <p:nvSpPr>
          <p:cNvPr id="3" name="Title 2">
            <a:extLst>
              <a:ext uri="{FF2B5EF4-FFF2-40B4-BE49-F238E27FC236}">
                <a16:creationId xmlns:a16="http://schemas.microsoft.com/office/drawing/2014/main" id="{E5DB0E68-2CB1-5E8A-B6DB-280928FA21CE}"/>
              </a:ext>
            </a:extLst>
          </p:cNvPr>
          <p:cNvSpPr>
            <a:spLocks noGrp="1"/>
          </p:cNvSpPr>
          <p:nvPr>
            <p:ph type="ctrTitle"/>
          </p:nvPr>
        </p:nvSpPr>
        <p:spPr>
          <a:xfrm>
            <a:off x="1524000" y="1122362"/>
            <a:ext cx="9144000" cy="2900518"/>
          </a:xfrm>
        </p:spPr>
        <p:txBody>
          <a:bodyPr vert="horz" lIns="91440" tIns="45720" rIns="91440" bIns="45720" rtlCol="0" anchor="b">
            <a:normAutofit/>
          </a:bodyPr>
          <a:lstStyle/>
          <a:p>
            <a:pPr algn="ctr"/>
            <a:r>
              <a:rPr lang="en-US" sz="6000" dirty="0">
                <a:solidFill>
                  <a:srgbClr val="FFFFFF"/>
                </a:solidFill>
                <a:latin typeface="+mj-lt"/>
                <a:cs typeface="+mj-cs"/>
              </a:rPr>
              <a:t>Santa’s Wonderland</a:t>
            </a:r>
          </a:p>
        </p:txBody>
      </p:sp>
      <p:sp>
        <p:nvSpPr>
          <p:cNvPr id="6" name="Subtitle 5">
            <a:extLst>
              <a:ext uri="{FF2B5EF4-FFF2-40B4-BE49-F238E27FC236}">
                <a16:creationId xmlns:a16="http://schemas.microsoft.com/office/drawing/2014/main" id="{31ABC7C1-82AE-A75E-A847-7EA27E5931E9}"/>
              </a:ext>
            </a:extLst>
          </p:cNvPr>
          <p:cNvSpPr>
            <a:spLocks noGrp="1"/>
          </p:cNvSpPr>
          <p:nvPr>
            <p:ph type="subTitle" idx="1"/>
          </p:nvPr>
        </p:nvSpPr>
        <p:spPr>
          <a:xfrm>
            <a:off x="1524000" y="4159404"/>
            <a:ext cx="9144000" cy="1098395"/>
          </a:xfrm>
        </p:spPr>
        <p:txBody>
          <a:bodyPr vert="horz" lIns="91440" tIns="45720" rIns="91440" bIns="45720" rtlCol="0">
            <a:normAutofit/>
          </a:bodyPr>
          <a:lstStyle/>
          <a:p>
            <a:pPr algn="ctr"/>
            <a:r>
              <a:rPr lang="en-US" sz="2400" dirty="0">
                <a:solidFill>
                  <a:srgbClr val="FFFFFF"/>
                </a:solidFill>
                <a:latin typeface="+mn-lt"/>
                <a:cs typeface="+mn-cs"/>
              </a:rPr>
              <a:t>DISCOVERY PROPOSAL – JULY 2026 </a:t>
            </a:r>
          </a:p>
        </p:txBody>
      </p:sp>
      <p:pic>
        <p:nvPicPr>
          <p:cNvPr id="2" name="Picture 1" descr="Logo&#10;&#10;Description automatically generated">
            <a:extLst>
              <a:ext uri="{FF2B5EF4-FFF2-40B4-BE49-F238E27FC236}">
                <a16:creationId xmlns:a16="http://schemas.microsoft.com/office/drawing/2014/main" id="{6AC75679-7593-18A9-B0B1-FADD4238653A}"/>
              </a:ext>
            </a:extLst>
          </p:cNvPr>
          <p:cNvPicPr>
            <a:picLocks noChangeAspect="1"/>
          </p:cNvPicPr>
          <p:nvPr/>
        </p:nvPicPr>
        <p:blipFill>
          <a:blip r:embed="rId4"/>
          <a:stretch>
            <a:fillRect/>
          </a:stretch>
        </p:blipFill>
        <p:spPr>
          <a:xfrm>
            <a:off x="5213080" y="4869747"/>
            <a:ext cx="2405920" cy="776103"/>
          </a:xfrm>
          <a:prstGeom prst="rect">
            <a:avLst/>
          </a:prstGeom>
        </p:spPr>
      </p:pic>
    </p:spTree>
    <p:extLst>
      <p:ext uri="{BB962C8B-B14F-4D97-AF65-F5344CB8AC3E}">
        <p14:creationId xmlns:p14="http://schemas.microsoft.com/office/powerpoint/2010/main" val="268294380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809C081-37DA-4B7B-14C1-03CEF7535494}"/>
              </a:ext>
            </a:extLst>
          </p:cNvPr>
          <p:cNvSpPr>
            <a:spLocks noGrp="1"/>
          </p:cNvSpPr>
          <p:nvPr>
            <p:ph type="title"/>
          </p:nvPr>
        </p:nvSpPr>
        <p:spPr/>
        <p:txBody>
          <a:bodyPr>
            <a:normAutofit/>
          </a:bodyPr>
          <a:lstStyle/>
          <a:p>
            <a:r>
              <a:rPr lang="en-US" dirty="0">
                <a:latin typeface="+mn-lt"/>
              </a:rPr>
              <a:t>Project Background</a:t>
            </a:r>
          </a:p>
        </p:txBody>
      </p:sp>
      <p:sp>
        <p:nvSpPr>
          <p:cNvPr id="5" name="TextBox 4">
            <a:extLst>
              <a:ext uri="{FF2B5EF4-FFF2-40B4-BE49-F238E27FC236}">
                <a16:creationId xmlns:a16="http://schemas.microsoft.com/office/drawing/2014/main" id="{2B2D7327-559F-31A1-A8B4-6488A8E537AB}"/>
              </a:ext>
            </a:extLst>
          </p:cNvPr>
          <p:cNvSpPr txBox="1"/>
          <p:nvPr/>
        </p:nvSpPr>
        <p:spPr>
          <a:xfrm>
            <a:off x="503950" y="1386821"/>
            <a:ext cx="4067106" cy="4493538"/>
          </a:xfrm>
          <a:prstGeom prst="rect">
            <a:avLst/>
          </a:prstGeom>
          <a:noFill/>
        </p:spPr>
        <p:txBody>
          <a:bodyPr wrap="square" numCol="1" rtlCol="0">
            <a:spAutoFit/>
          </a:bodyPr>
          <a:lstStyle/>
          <a:p>
            <a:r>
              <a:rPr lang="en-US" sz="1600" b="1" dirty="0">
                <a:solidFill>
                  <a:srgbClr val="168FB2"/>
                </a:solidFill>
                <a:cs typeface="Poppins" pitchFamily="2" charset="77"/>
              </a:rPr>
              <a:t>Modernizing Ticketing Platform and Creating Unified Guest Experience </a:t>
            </a:r>
          </a:p>
          <a:p>
            <a:endParaRPr lang="en-US" sz="1600" b="1" dirty="0">
              <a:solidFill>
                <a:srgbClr val="168FB2"/>
              </a:solidFill>
              <a:cs typeface="Poppins" pitchFamily="2" charset="77"/>
            </a:endParaRPr>
          </a:p>
          <a:p>
            <a:r>
              <a:rPr lang="en-US" sz="1400" dirty="0">
                <a:solidFill>
                  <a:schemeClr val="tx1">
                    <a:lumMod val="75000"/>
                    <a:lumOff val="25000"/>
                  </a:schemeClr>
                </a:solidFill>
                <a:cs typeface="Poppins" pitchFamily="2" charset="77"/>
              </a:rPr>
              <a:t>Santa’s Wonderland Leadership would like to modernize their legacy Ticketing platform, add Guest Loyalty features, unify Guest data, Operations, Reporting and Analytics, Employee portal to provide an enhanced Guest Experience and efficient Executive Management. </a:t>
            </a:r>
          </a:p>
          <a:p>
            <a:endParaRPr lang="en-US" sz="1400" dirty="0">
              <a:solidFill>
                <a:schemeClr val="tx1">
                  <a:lumMod val="75000"/>
                  <a:lumOff val="25000"/>
                </a:schemeClr>
              </a:solidFill>
              <a:cs typeface="Poppins" pitchFamily="2" charset="77"/>
            </a:endParaRPr>
          </a:p>
          <a:p>
            <a:r>
              <a:rPr lang="en-US" sz="1400" dirty="0">
                <a:solidFill>
                  <a:schemeClr val="tx1">
                    <a:lumMod val="75000"/>
                    <a:lumOff val="25000"/>
                  </a:schemeClr>
                </a:solidFill>
                <a:cs typeface="Poppins" pitchFamily="2" charset="77"/>
              </a:rPr>
              <a:t>The current fragmented systems limit growth and </a:t>
            </a:r>
            <a:r>
              <a:rPr lang="en-US" sz="1400" dirty="0">
                <a:solidFill>
                  <a:schemeClr val="tx1">
                    <a:lumMod val="75000"/>
                    <a:lumOff val="25000"/>
                  </a:schemeClr>
                </a:solidFill>
              </a:rPr>
              <a:t>Executives would like to move from vendor-constrained systems to a custom, owned platform that enables loyalty, analytics, and long-term scalability and flexibility.</a:t>
            </a:r>
          </a:p>
          <a:p>
            <a:endParaRPr lang="en-US" sz="1400" dirty="0">
              <a:solidFill>
                <a:schemeClr val="tx1">
                  <a:lumMod val="75000"/>
                  <a:lumOff val="25000"/>
                </a:schemeClr>
              </a:solidFill>
              <a:cs typeface="Poppins" pitchFamily="2" charset="77"/>
            </a:endParaRPr>
          </a:p>
          <a:p>
            <a:r>
              <a:rPr lang="en-US" sz="1400" dirty="0">
                <a:solidFill>
                  <a:schemeClr val="tx1">
                    <a:lumMod val="75000"/>
                    <a:lumOff val="25000"/>
                  </a:schemeClr>
                </a:solidFill>
                <a:cs typeface="Poppins" pitchFamily="2" charset="77"/>
              </a:rPr>
              <a:t>The following proposal outlines the activities, deliverables, cost, and timeline for Improving’s Discovery assessment and implementation framework.</a:t>
            </a:r>
            <a:endParaRPr lang="en-US" sz="1200" dirty="0">
              <a:solidFill>
                <a:schemeClr val="tx1">
                  <a:lumMod val="75000"/>
                  <a:lumOff val="25000"/>
                </a:schemeClr>
              </a:solidFill>
              <a:cs typeface="Poppins" pitchFamily="2" charset="77"/>
            </a:endParaRPr>
          </a:p>
        </p:txBody>
      </p:sp>
      <p:cxnSp>
        <p:nvCxnSpPr>
          <p:cNvPr id="10" name="Straight Connector 9">
            <a:extLst>
              <a:ext uri="{FF2B5EF4-FFF2-40B4-BE49-F238E27FC236}">
                <a16:creationId xmlns:a16="http://schemas.microsoft.com/office/drawing/2014/main" id="{FC2A1E39-12FF-CECC-AA5A-292ACF9B958F}"/>
              </a:ext>
            </a:extLst>
          </p:cNvPr>
          <p:cNvCxnSpPr>
            <a:cxnSpLocks/>
          </p:cNvCxnSpPr>
          <p:nvPr/>
        </p:nvCxnSpPr>
        <p:spPr>
          <a:xfrm>
            <a:off x="4744994" y="1318252"/>
            <a:ext cx="0" cy="49270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9A80731-438C-2A06-C29E-96F25876687C}"/>
              </a:ext>
            </a:extLst>
          </p:cNvPr>
          <p:cNvSpPr txBox="1"/>
          <p:nvPr/>
        </p:nvSpPr>
        <p:spPr>
          <a:xfrm>
            <a:off x="4930753" y="1368578"/>
            <a:ext cx="3660084" cy="338554"/>
          </a:xfrm>
          <a:prstGeom prst="rect">
            <a:avLst/>
          </a:prstGeom>
          <a:noFill/>
        </p:spPr>
        <p:txBody>
          <a:bodyPr wrap="square">
            <a:spAutoFit/>
          </a:bodyPr>
          <a:lstStyle/>
          <a:p>
            <a:r>
              <a:rPr lang="en-US" sz="1600" b="1" dirty="0">
                <a:solidFill>
                  <a:srgbClr val="168FB2"/>
                </a:solidFill>
                <a:cs typeface="Poppins" pitchFamily="2" charset="77"/>
              </a:rPr>
              <a:t>What Differentiates Improving?</a:t>
            </a:r>
          </a:p>
        </p:txBody>
      </p:sp>
      <p:sp>
        <p:nvSpPr>
          <p:cNvPr id="3" name="TextBox 2">
            <a:extLst>
              <a:ext uri="{FF2B5EF4-FFF2-40B4-BE49-F238E27FC236}">
                <a16:creationId xmlns:a16="http://schemas.microsoft.com/office/drawing/2014/main" id="{9445A5A1-9949-9F00-2AD7-D38AFC193550}"/>
              </a:ext>
            </a:extLst>
          </p:cNvPr>
          <p:cNvSpPr txBox="1"/>
          <p:nvPr/>
        </p:nvSpPr>
        <p:spPr>
          <a:xfrm>
            <a:off x="6118425" y="1929885"/>
            <a:ext cx="5869360" cy="738664"/>
          </a:xfrm>
          <a:prstGeom prst="rect">
            <a:avLst/>
          </a:prstGeom>
          <a:noFill/>
        </p:spPr>
        <p:txBody>
          <a:bodyPr wrap="square">
            <a:spAutoFit/>
          </a:bodyPr>
          <a:lstStyle/>
          <a:p>
            <a:r>
              <a:rPr lang="en-US" sz="1800" b="1" dirty="0">
                <a:solidFill>
                  <a:srgbClr val="FFC000"/>
                </a:solidFill>
                <a:cs typeface="Poppins" pitchFamily="2" charset="77"/>
              </a:rPr>
              <a:t>Domain Expertise</a:t>
            </a:r>
          </a:p>
          <a:p>
            <a:r>
              <a:rPr lang="en-US" sz="1200" i="1" dirty="0">
                <a:solidFill>
                  <a:schemeClr val="bg2">
                    <a:lumMod val="25000"/>
                  </a:schemeClr>
                </a:solidFill>
                <a:cs typeface="Poppins" pitchFamily="2" charset="77"/>
              </a:rPr>
              <a:t>Improving is trusted by the largest companies in the world to capture improvements using AI and align client teams with best practices.</a:t>
            </a:r>
          </a:p>
        </p:txBody>
      </p:sp>
      <p:sp>
        <p:nvSpPr>
          <p:cNvPr id="6" name="TextBox 5">
            <a:extLst>
              <a:ext uri="{FF2B5EF4-FFF2-40B4-BE49-F238E27FC236}">
                <a16:creationId xmlns:a16="http://schemas.microsoft.com/office/drawing/2014/main" id="{3CD91983-7268-7707-F028-2A1E60FC6F06}"/>
              </a:ext>
            </a:extLst>
          </p:cNvPr>
          <p:cNvSpPr txBox="1"/>
          <p:nvPr/>
        </p:nvSpPr>
        <p:spPr>
          <a:xfrm>
            <a:off x="6107911" y="2960936"/>
            <a:ext cx="5682076" cy="738664"/>
          </a:xfrm>
          <a:prstGeom prst="rect">
            <a:avLst/>
          </a:prstGeom>
          <a:noFill/>
        </p:spPr>
        <p:txBody>
          <a:bodyPr wrap="square">
            <a:spAutoFit/>
          </a:bodyPr>
          <a:lstStyle/>
          <a:p>
            <a:r>
              <a:rPr lang="en-US" sz="1800" b="1" dirty="0">
                <a:solidFill>
                  <a:srgbClr val="FFC000"/>
                </a:solidFill>
                <a:cs typeface="Poppins" pitchFamily="2" charset="77"/>
              </a:rPr>
              <a:t>Tech Stack Subject Matter Expertise</a:t>
            </a:r>
          </a:p>
          <a:p>
            <a:r>
              <a:rPr lang="en-US" sz="1200" i="1" dirty="0">
                <a:solidFill>
                  <a:schemeClr val="bg2">
                    <a:lumMod val="25000"/>
                  </a:schemeClr>
                </a:solidFill>
                <a:cs typeface="Poppins" pitchFamily="2" charset="77"/>
              </a:rPr>
              <a:t>Our teams bring deep experience across ticketing, loyalty, and guest-data platforms, and we know where AI adoption creates real ROI versus where it adds risk.</a:t>
            </a:r>
          </a:p>
        </p:txBody>
      </p:sp>
      <p:sp>
        <p:nvSpPr>
          <p:cNvPr id="7" name="TextBox 6">
            <a:extLst>
              <a:ext uri="{FF2B5EF4-FFF2-40B4-BE49-F238E27FC236}">
                <a16:creationId xmlns:a16="http://schemas.microsoft.com/office/drawing/2014/main" id="{CA2B0FEC-B2CE-9B7E-AEA0-4A15A1B0513D}"/>
              </a:ext>
            </a:extLst>
          </p:cNvPr>
          <p:cNvSpPr txBox="1"/>
          <p:nvPr/>
        </p:nvSpPr>
        <p:spPr>
          <a:xfrm>
            <a:off x="6118421" y="4095272"/>
            <a:ext cx="5671566" cy="553998"/>
          </a:xfrm>
          <a:prstGeom prst="rect">
            <a:avLst/>
          </a:prstGeom>
          <a:noFill/>
        </p:spPr>
        <p:txBody>
          <a:bodyPr wrap="square">
            <a:spAutoFit/>
          </a:bodyPr>
          <a:lstStyle/>
          <a:p>
            <a:r>
              <a:rPr lang="en-US" b="1" dirty="0">
                <a:solidFill>
                  <a:srgbClr val="FFC000"/>
                </a:solidFill>
                <a:cs typeface="Poppins" pitchFamily="2" charset="77"/>
              </a:rPr>
              <a:t>Strategic Partnerships</a:t>
            </a:r>
          </a:p>
          <a:p>
            <a:r>
              <a:rPr lang="en-US" sz="1200" i="1" dirty="0">
                <a:solidFill>
                  <a:schemeClr val="bg2">
                    <a:lumMod val="25000"/>
                  </a:schemeClr>
                </a:solidFill>
                <a:cs typeface="Poppins" pitchFamily="2" charset="77"/>
              </a:rPr>
              <a:t>We’ll leverage our strategic partnerships (where applicable) to help fund innovation.</a:t>
            </a:r>
          </a:p>
        </p:txBody>
      </p:sp>
      <p:sp>
        <p:nvSpPr>
          <p:cNvPr id="8" name="TextBox 7">
            <a:extLst>
              <a:ext uri="{FF2B5EF4-FFF2-40B4-BE49-F238E27FC236}">
                <a16:creationId xmlns:a16="http://schemas.microsoft.com/office/drawing/2014/main" id="{CA857F4A-13C5-FDE0-4972-4BBFE246E181}"/>
              </a:ext>
            </a:extLst>
          </p:cNvPr>
          <p:cNvSpPr txBox="1"/>
          <p:nvPr/>
        </p:nvSpPr>
        <p:spPr>
          <a:xfrm>
            <a:off x="6118421" y="5044943"/>
            <a:ext cx="5671563" cy="923330"/>
          </a:xfrm>
          <a:prstGeom prst="rect">
            <a:avLst/>
          </a:prstGeom>
          <a:noFill/>
        </p:spPr>
        <p:txBody>
          <a:bodyPr wrap="square">
            <a:spAutoFit/>
          </a:bodyPr>
          <a:lstStyle/>
          <a:p>
            <a:r>
              <a:rPr lang="en-US" b="1" dirty="0">
                <a:solidFill>
                  <a:srgbClr val="FFC000"/>
                </a:solidFill>
                <a:cs typeface="Poppins" pitchFamily="2" charset="77"/>
              </a:rPr>
              <a:t>Trust and Culture</a:t>
            </a:r>
          </a:p>
          <a:p>
            <a:r>
              <a:rPr lang="en-US" sz="1200" i="1" dirty="0">
                <a:solidFill>
                  <a:schemeClr val="bg2">
                    <a:lumMod val="25000"/>
                  </a:schemeClr>
                </a:solidFill>
                <a:cs typeface="Poppins" pitchFamily="2" charset="77"/>
              </a:rPr>
              <a:t>We establish trust by training and certifying our clients so that we can hand off to internal teams and save money.  9 out of 10 Improving clients refer us to others in the company.</a:t>
            </a:r>
          </a:p>
        </p:txBody>
      </p:sp>
      <p:pic>
        <p:nvPicPr>
          <p:cNvPr id="11" name="Picture 6" descr="Gain - Free user icons">
            <a:extLst>
              <a:ext uri="{FF2B5EF4-FFF2-40B4-BE49-F238E27FC236}">
                <a16:creationId xmlns:a16="http://schemas.microsoft.com/office/drawing/2014/main" id="{99A03903-F1AE-3781-1966-9829A86D802E}"/>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34361" y="3130509"/>
            <a:ext cx="584184" cy="58418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Hand Shake Business Partner Agreement Vector Icon Partnership Deal And  Friendship Team Handshake Sign Stock Illustration - Download Image Now -  iStock">
            <a:extLst>
              <a:ext uri="{FF2B5EF4-FFF2-40B4-BE49-F238E27FC236}">
                <a16:creationId xmlns:a16="http://schemas.microsoft.com/office/drawing/2014/main" id="{69F48966-574E-5B53-D58F-6DF93F14D44D}"/>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96225" y="4135837"/>
            <a:ext cx="942002" cy="5652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0" descr="Management Icon Teamwork Management Icon Business Team Company Leader  Supervisor Partnership Icon Organization Workforce Facility Stock  Illustration - Download Image Now - iStock">
            <a:extLst>
              <a:ext uri="{FF2B5EF4-FFF2-40B4-BE49-F238E27FC236}">
                <a16:creationId xmlns:a16="http://schemas.microsoft.com/office/drawing/2014/main" id="{21382D0A-82DB-9F01-BFED-F2B2994170B8}"/>
              </a:ext>
            </a:extLst>
          </p:cNvPr>
          <p:cNvPicPr>
            <a:picLocks noChangeAspect="1" noChangeArrowheads="1"/>
          </p:cNvPicPr>
          <p:nvPr/>
        </p:nvPicPr>
        <p:blipFill rotWithShape="1">
          <a:blip r:embed="rId5">
            <a:duotone>
              <a:schemeClr val="bg2">
                <a:shade val="45000"/>
                <a:satMod val="135000"/>
              </a:schemeClr>
              <a:prstClr val="white"/>
            </a:duotone>
            <a:extLst>
              <a:ext uri="{28A0092B-C50C-407E-A947-70E740481C1C}">
                <a14:useLocalDpi xmlns:a14="http://schemas.microsoft.com/office/drawing/2010/main" val="0"/>
              </a:ext>
            </a:extLst>
          </a:blip>
          <a:srcRect l="13092" t="10590" r="12572" b="14339"/>
          <a:stretch/>
        </p:blipFill>
        <p:spPr bwMode="auto">
          <a:xfrm>
            <a:off x="5041119" y="5053623"/>
            <a:ext cx="897108" cy="905971"/>
          </a:xfrm>
          <a:prstGeom prst="rect">
            <a:avLst/>
          </a:prstGeom>
          <a:noFill/>
          <a:extLst>
            <a:ext uri="{909E8E84-426E-40DD-AFC4-6F175D3DCCD1}">
              <a14:hiddenFill xmlns:a14="http://schemas.microsoft.com/office/drawing/2010/main">
                <a:solidFill>
                  <a:srgbClr val="FFFFFF"/>
                </a:solidFill>
              </a14:hiddenFill>
            </a:ext>
          </a:extLst>
        </p:spPr>
      </p:pic>
      <p:pic>
        <p:nvPicPr>
          <p:cNvPr id="14" name="Graphic 13" descr="Building outline">
            <a:extLst>
              <a:ext uri="{FF2B5EF4-FFF2-40B4-BE49-F238E27FC236}">
                <a16:creationId xmlns:a16="http://schemas.microsoft.com/office/drawing/2014/main" id="{0B6167B0-481A-9F9A-455B-ED94C7FBDE6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92872" y="2069889"/>
            <a:ext cx="748707" cy="748707"/>
          </a:xfrm>
          <a:prstGeom prst="rect">
            <a:avLst/>
          </a:prstGeom>
        </p:spPr>
      </p:pic>
    </p:spTree>
    <p:extLst>
      <p:ext uri="{BB962C8B-B14F-4D97-AF65-F5344CB8AC3E}">
        <p14:creationId xmlns:p14="http://schemas.microsoft.com/office/powerpoint/2010/main" val="2650764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normAutofit/>
          </a:bodyPr>
          <a:lstStyle/>
          <a:p>
            <a:r>
              <a:rPr lang="en-US" dirty="0">
                <a:latin typeface="+mn-lt"/>
              </a:rPr>
              <a:t>The Vision: One Brand, Every Day of the Year</a:t>
            </a:r>
          </a:p>
        </p:txBody>
      </p:sp>
      <p:sp>
        <p:nvSpPr>
          <p:cNvPr id="5" name="TextBox 4"/>
          <p:cNvSpPr txBox="1"/>
          <p:nvPr/>
        </p:nvSpPr>
        <p:spPr>
          <a:xfrm>
            <a:off x="503950" y="1386821"/>
            <a:ext cx="4067106" cy="4031873"/>
          </a:xfrm>
          <a:prstGeom prst="rect">
            <a:avLst/>
          </a:prstGeom>
          <a:noFill/>
        </p:spPr>
        <p:txBody>
          <a:bodyPr wrap="square" numCol="1" rtlCol="0">
            <a:spAutoFit/>
          </a:bodyPr>
          <a:lstStyle/>
          <a:p>
            <a:r>
              <a:rPr lang="en-US" sz="1600" b="1" dirty="0">
                <a:solidFill>
                  <a:srgbClr val="168FB2"/>
                </a:solidFill>
                <a:cs typeface="Poppins" pitchFamily="2" charset="77"/>
              </a:rPr>
              <a:t>Delight Shouldn’t Have a Season</a:t>
            </a:r>
          </a:p>
          <a:p>
            <a:endParaRPr lang="en-US" sz="1600" b="1" dirty="0">
              <a:solidFill>
                <a:srgbClr val="168FB2"/>
              </a:solidFill>
              <a:cs typeface="Poppins" pitchFamily="2" charset="77"/>
            </a:endParaRPr>
          </a:p>
          <a:p>
            <a:r>
              <a:rPr lang="en-US" sz="1400" dirty="0">
                <a:solidFill>
                  <a:schemeClr val="tx1">
                    <a:lumMod val="75000"/>
                    <a:lumOff val="25000"/>
                  </a:schemeClr>
                </a:solidFill>
                <a:cs typeface="Poppins" pitchFamily="2" charset="77"/>
              </a:rPr>
              <a:t>Santa’s Wonderland has built something rare every December: an experience that creates genuine delight. The platform vision carries that same feeling of delight and recognition across every month of the year, not just the holiday season.</a:t>
            </a:r>
          </a:p>
          <a:p>
            <a:endParaRPr lang="en-US" sz="1400" dirty="0">
              <a:solidFill>
                <a:schemeClr val="tx1">
                  <a:lumMod val="75000"/>
                  <a:lumOff val="25000"/>
                </a:schemeClr>
              </a:solidFill>
              <a:cs typeface="Poppins" pitchFamily="2" charset="77"/>
            </a:endParaRPr>
          </a:p>
          <a:p>
            <a:r>
              <a:rPr lang="en-US" sz="1400" dirty="0">
                <a:solidFill>
                  <a:schemeClr val="tx1">
                    <a:lumMod val="75000"/>
                    <a:lumOff val="25000"/>
                  </a:schemeClr>
                </a:solidFill>
                <a:cs typeface="Poppins" pitchFamily="2" charset="77"/>
              </a:rPr>
              <a:t>Ticketing, the mobile app, on-site operations, guest service, and marketing all draw from one guest identity. A family that visits over the holidays and returns for a spring event should feel like the same brand remembers them, not like they’re introducing themselves to a stranger.</a:t>
            </a:r>
          </a:p>
          <a:p>
            <a:endParaRPr lang="en-US" sz="1400" dirty="0">
              <a:solidFill>
                <a:schemeClr val="tx1">
                  <a:lumMod val="75000"/>
                  <a:lumOff val="25000"/>
                </a:schemeClr>
              </a:solidFill>
              <a:cs typeface="Poppins" pitchFamily="2" charset="77"/>
            </a:endParaRPr>
          </a:p>
          <a:p>
            <a:r>
              <a:rPr lang="en-US" sz="1400" dirty="0">
                <a:solidFill>
                  <a:schemeClr val="tx1">
                    <a:lumMod val="75000"/>
                    <a:lumOff val="25000"/>
                  </a:schemeClr>
                </a:solidFill>
                <a:cs typeface="Poppins" pitchFamily="2" charset="77"/>
              </a:rPr>
              <a:t>That consistency is what turns a seasonal attraction into a brand guests live inside all year long and for years to come.</a:t>
            </a:r>
            <a:endParaRPr lang="en-US" sz="1200" dirty="0">
              <a:solidFill>
                <a:schemeClr val="tx1">
                  <a:lumMod val="75000"/>
                  <a:lumOff val="25000"/>
                </a:schemeClr>
              </a:solidFill>
              <a:cs typeface="Poppins" pitchFamily="2" charset="77"/>
            </a:endParaRPr>
          </a:p>
        </p:txBody>
      </p:sp>
      <p:cxnSp>
        <p:nvCxnSpPr>
          <p:cNvPr id="10" name="Straight Connector 9"/>
          <p:cNvCxnSpPr>
            <a:cxnSpLocks/>
          </p:cNvCxnSpPr>
          <p:nvPr/>
        </p:nvCxnSpPr>
        <p:spPr>
          <a:xfrm>
            <a:off x="4744994" y="1318252"/>
            <a:ext cx="0" cy="49270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4930753" y="1368578"/>
            <a:ext cx="3660084" cy="338554"/>
          </a:xfrm>
          <a:prstGeom prst="rect">
            <a:avLst/>
          </a:prstGeom>
          <a:noFill/>
        </p:spPr>
        <p:txBody>
          <a:bodyPr wrap="square">
            <a:spAutoFit/>
          </a:bodyPr>
          <a:lstStyle/>
          <a:p>
            <a:r>
              <a:rPr lang="en-US" sz="1600" b="1" dirty="0">
                <a:solidFill>
                  <a:srgbClr val="168FB2"/>
                </a:solidFill>
                <a:cs typeface="Poppins" pitchFamily="2" charset="77"/>
              </a:rPr>
              <a:t>What the Unified Platform Makes Possible</a:t>
            </a:r>
          </a:p>
        </p:txBody>
      </p:sp>
      <p:sp>
        <p:nvSpPr>
          <p:cNvPr id="3" name="TextBox 2"/>
          <p:cNvSpPr txBox="1"/>
          <p:nvPr/>
        </p:nvSpPr>
        <p:spPr>
          <a:xfrm>
            <a:off x="6118425" y="1929885"/>
            <a:ext cx="5869360" cy="923330"/>
          </a:xfrm>
          <a:prstGeom prst="rect">
            <a:avLst/>
          </a:prstGeom>
          <a:noFill/>
        </p:spPr>
        <p:txBody>
          <a:bodyPr wrap="square">
            <a:spAutoFit/>
          </a:bodyPr>
          <a:lstStyle/>
          <a:p>
            <a:r>
              <a:rPr lang="en-US" sz="1800" b="1" dirty="0">
                <a:solidFill>
                  <a:srgbClr val="FFC000"/>
                </a:solidFill>
                <a:cs typeface="Poppins" pitchFamily="2" charset="77"/>
              </a:rPr>
              <a:t>Consistent Experience, Every Channel</a:t>
            </a:r>
          </a:p>
          <a:p>
            <a:r>
              <a:rPr lang="en-US" sz="1200" i="1" dirty="0">
                <a:solidFill>
                  <a:schemeClr val="bg2">
                    <a:lumMod val="25000"/>
                  </a:schemeClr>
                </a:solidFill>
                <a:cs typeface="Poppins" pitchFamily="2" charset="77"/>
              </a:rPr>
              <a:t>Ticketing, app, on-site operations, and guest service all speak from the same guest profile, so the experience feels seamless whether a guest is buying tickets in July or walking through the gates in December.</a:t>
            </a:r>
          </a:p>
        </p:txBody>
      </p:sp>
      <p:sp>
        <p:nvSpPr>
          <p:cNvPr id="6" name="TextBox 5"/>
          <p:cNvSpPr txBox="1"/>
          <p:nvPr/>
        </p:nvSpPr>
        <p:spPr>
          <a:xfrm>
            <a:off x="6107911" y="3480936"/>
            <a:ext cx="5682076" cy="923330"/>
          </a:xfrm>
          <a:prstGeom prst="rect">
            <a:avLst/>
          </a:prstGeom>
          <a:noFill/>
        </p:spPr>
        <p:txBody>
          <a:bodyPr wrap="square">
            <a:spAutoFit/>
          </a:bodyPr>
          <a:lstStyle/>
          <a:p>
            <a:r>
              <a:rPr lang="en-US" sz="1800" b="1" dirty="0">
                <a:solidFill>
                  <a:srgbClr val="FFC000"/>
                </a:solidFill>
                <a:cs typeface="Poppins" pitchFamily="2" charset="77"/>
              </a:rPr>
              <a:t>Loyalty That Compounds, Year After Year</a:t>
            </a:r>
          </a:p>
          <a:p>
            <a:r>
              <a:rPr lang="en-US" sz="1200" i="1" dirty="0">
                <a:solidFill>
                  <a:schemeClr val="bg2">
                    <a:lumMod val="25000"/>
                  </a:schemeClr>
                </a:solidFill>
                <a:cs typeface="Poppins" pitchFamily="2" charset="77"/>
              </a:rPr>
              <a:t>A unified guest record lets Santa’s Wonderland recognize returning guests and reward tenure, turning a one-time visitor into a multi-year relationship instead of restarting from zero every season.</a:t>
            </a:r>
          </a:p>
        </p:txBody>
      </p:sp>
      <p:sp>
        <p:nvSpPr>
          <p:cNvPr id="7" name="TextBox 6"/>
          <p:cNvSpPr txBox="1"/>
          <p:nvPr/>
        </p:nvSpPr>
        <p:spPr>
          <a:xfrm>
            <a:off x="6118421" y="5031936"/>
            <a:ext cx="5671566" cy="923330"/>
          </a:xfrm>
          <a:prstGeom prst="rect">
            <a:avLst/>
          </a:prstGeom>
          <a:noFill/>
        </p:spPr>
        <p:txBody>
          <a:bodyPr wrap="square">
            <a:spAutoFit/>
          </a:bodyPr>
          <a:lstStyle/>
          <a:p>
            <a:r>
              <a:rPr lang="en-US" sz="1800" b="1" dirty="0">
                <a:solidFill>
                  <a:srgbClr val="FFC000"/>
                </a:solidFill>
                <a:cs typeface="Poppins" pitchFamily="2" charset="77"/>
              </a:rPr>
              <a:t>Reasons to Stay Engaged Between Visits</a:t>
            </a:r>
          </a:p>
          <a:p>
            <a:r>
              <a:rPr lang="en-US" sz="1200" i="1" dirty="0">
                <a:solidFill>
                  <a:schemeClr val="bg2">
                    <a:lumMod val="25000"/>
                  </a:schemeClr>
                </a:solidFill>
                <a:cs typeface="Poppins" pitchFamily="2" charset="77"/>
              </a:rPr>
              <a:t>Off-season previews, membership perks, and personalized offers give guests a reason to stay connected to the brand year-round, not just during the holiday rush.</a:t>
            </a:r>
          </a:p>
        </p:txBody>
      </p:sp>
      <p:pic>
        <p:nvPicPr>
          <p:cNvPr id="8" name="Graphic 7" descr="Network outline">
            <a:extLst>
              <a:ext uri="{FF2B5EF4-FFF2-40B4-BE49-F238E27FC236}">
                <a16:creationId xmlns:a16="http://schemas.microsoft.com/office/drawing/2014/main" id="{B06CB167-3161-DB07-9101-A592AF12E51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969253" y="1973456"/>
            <a:ext cx="914400" cy="914400"/>
          </a:xfrm>
          <a:prstGeom prst="rect">
            <a:avLst/>
          </a:prstGeom>
        </p:spPr>
      </p:pic>
      <p:pic>
        <p:nvPicPr>
          <p:cNvPr id="9" name="Graphic 8" descr="Ticket outline">
            <a:extLst>
              <a:ext uri="{FF2B5EF4-FFF2-40B4-BE49-F238E27FC236}">
                <a16:creationId xmlns:a16="http://schemas.microsoft.com/office/drawing/2014/main" id="{261FB8CE-0914-DBF3-D9C4-7419A6A66A7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969253" y="3410370"/>
            <a:ext cx="914400" cy="914400"/>
          </a:xfrm>
          <a:prstGeom prst="rect">
            <a:avLst/>
          </a:prstGeom>
        </p:spPr>
      </p:pic>
      <p:pic>
        <p:nvPicPr>
          <p:cNvPr id="16" name="Graphic 15" descr="Family with boy outline">
            <a:extLst>
              <a:ext uri="{FF2B5EF4-FFF2-40B4-BE49-F238E27FC236}">
                <a16:creationId xmlns:a16="http://schemas.microsoft.com/office/drawing/2014/main" id="{A500644E-C1D8-45DB-E360-8845858FFC4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969253" y="4876100"/>
            <a:ext cx="914400" cy="914400"/>
          </a:xfrm>
          <a:prstGeom prst="rect">
            <a:avLst/>
          </a:prstGeom>
        </p:spPr>
      </p:pic>
    </p:spTree>
    <p:extLst>
      <p:ext uri="{BB962C8B-B14F-4D97-AF65-F5344CB8AC3E}">
        <p14:creationId xmlns:p14="http://schemas.microsoft.com/office/powerpoint/2010/main" val="2650764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5" name="Title 1">
            <a:extLst>
              <a:ext uri="{FF2B5EF4-FFF2-40B4-BE49-F238E27FC236}">
                <a16:creationId xmlns:a16="http://schemas.microsoft.com/office/drawing/2014/main" id="{694FB2D5-5AAC-4966-8429-9664B989948E}"/>
              </a:ext>
            </a:extLst>
          </p:cNvPr>
          <p:cNvSpPr>
            <a:spLocks noGrp="1"/>
          </p:cNvSpPr>
          <p:nvPr>
            <p:ph type="title"/>
          </p:nvPr>
        </p:nvSpPr>
        <p:spPr>
          <a:xfrm>
            <a:off x="611030" y="188641"/>
            <a:ext cx="10969943" cy="711081"/>
          </a:xfrm>
        </p:spPr>
        <p:txBody>
          <a:bodyPr>
            <a:normAutofit/>
          </a:bodyPr>
          <a:lstStyle/>
          <a:p>
            <a:r>
              <a:rPr lang="en-US" dirty="0">
                <a:latin typeface="+mn-lt"/>
                <a:cs typeface="Poppins" pitchFamily="2" charset="77"/>
              </a:rPr>
              <a:t>Brands, Partners, and Certifications</a:t>
            </a:r>
          </a:p>
        </p:txBody>
      </p:sp>
      <p:sp>
        <p:nvSpPr>
          <p:cNvPr id="31" name="Rectangle 30">
            <a:extLst>
              <a:ext uri="{FF2B5EF4-FFF2-40B4-BE49-F238E27FC236}">
                <a16:creationId xmlns:a16="http://schemas.microsoft.com/office/drawing/2014/main" id="{15CED479-263C-5F44-9B4B-92C83ABB2797}"/>
              </a:ext>
            </a:extLst>
          </p:cNvPr>
          <p:cNvSpPr/>
          <p:nvPr/>
        </p:nvSpPr>
        <p:spPr>
          <a:xfrm>
            <a:off x="492718" y="5122031"/>
            <a:ext cx="2285405" cy="914162"/>
          </a:xfrm>
          <a:prstGeom prst="rect">
            <a:avLst/>
          </a:prstGeom>
          <a:noFill/>
        </p:spPr>
        <p:style>
          <a:lnRef idx="3">
            <a:schemeClr val="lt1"/>
          </a:lnRef>
          <a:fillRef idx="1">
            <a:schemeClr val="accent2"/>
          </a:fillRef>
          <a:effectRef idx="1">
            <a:schemeClr val="accent2"/>
          </a:effectRef>
          <a:fontRef idx="minor">
            <a:schemeClr val="lt1"/>
          </a:fontRef>
        </p:style>
        <p:txBody>
          <a:bodyPr rtlCol="0" anchor="ctr"/>
          <a:lstStyle/>
          <a:p>
            <a:pPr algn="ctr" defTabSz="914126">
              <a:buClr>
                <a:srgbClr val="000000"/>
              </a:buClr>
              <a:defRPr/>
            </a:pPr>
            <a:r>
              <a:rPr lang="en-US" sz="1400" b="1" kern="0">
                <a:solidFill>
                  <a:srgbClr val="005596"/>
                </a:solidFill>
                <a:sym typeface="Arial"/>
              </a:rPr>
              <a:t>CERTIFICATIONS</a:t>
            </a:r>
          </a:p>
        </p:txBody>
      </p:sp>
      <p:grpSp>
        <p:nvGrpSpPr>
          <p:cNvPr id="4" name="Group 3">
            <a:extLst>
              <a:ext uri="{FF2B5EF4-FFF2-40B4-BE49-F238E27FC236}">
                <a16:creationId xmlns:a16="http://schemas.microsoft.com/office/drawing/2014/main" id="{1E2D7E0A-F7E2-6C4D-A2E6-C4DD4CADF71D}"/>
              </a:ext>
            </a:extLst>
          </p:cNvPr>
          <p:cNvGrpSpPr/>
          <p:nvPr/>
        </p:nvGrpSpPr>
        <p:grpSpPr>
          <a:xfrm>
            <a:off x="3158536" y="5061487"/>
            <a:ext cx="6816666" cy="1003039"/>
            <a:chOff x="3134905" y="4029700"/>
            <a:chExt cx="6818442" cy="1003300"/>
          </a:xfrm>
        </p:grpSpPr>
        <p:pic>
          <p:nvPicPr>
            <p:cNvPr id="19" name="Picture 18">
              <a:extLst>
                <a:ext uri="{FF2B5EF4-FFF2-40B4-BE49-F238E27FC236}">
                  <a16:creationId xmlns:a16="http://schemas.microsoft.com/office/drawing/2014/main" id="{97AE373C-05AC-024C-8858-001477D380B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134905" y="4326484"/>
              <a:ext cx="1451428" cy="457200"/>
            </a:xfrm>
            <a:prstGeom prst="rect">
              <a:avLst/>
            </a:prstGeom>
          </p:spPr>
        </p:pic>
        <p:pic>
          <p:nvPicPr>
            <p:cNvPr id="20" name="Picture 19">
              <a:extLst>
                <a:ext uri="{FF2B5EF4-FFF2-40B4-BE49-F238E27FC236}">
                  <a16:creationId xmlns:a16="http://schemas.microsoft.com/office/drawing/2014/main" id="{6DA2CE22-FD06-1348-BE60-8810C7C7486B}"/>
                </a:ext>
              </a:extLst>
            </p:cNvPr>
            <p:cNvPicPr>
              <a:picLocks noChangeAspect="1"/>
            </p:cNvPicPr>
            <p:nvPr/>
          </p:nvPicPr>
          <p:blipFill>
            <a:blip r:embed="rId4"/>
            <a:stretch>
              <a:fillRect/>
            </a:stretch>
          </p:blipFill>
          <p:spPr>
            <a:xfrm>
              <a:off x="4856650" y="4029700"/>
              <a:ext cx="2019300" cy="1003300"/>
            </a:xfrm>
            <a:prstGeom prst="rect">
              <a:avLst/>
            </a:prstGeom>
          </p:spPr>
        </p:pic>
        <p:pic>
          <p:nvPicPr>
            <p:cNvPr id="21" name="Picture 20">
              <a:extLst>
                <a:ext uri="{FF2B5EF4-FFF2-40B4-BE49-F238E27FC236}">
                  <a16:creationId xmlns:a16="http://schemas.microsoft.com/office/drawing/2014/main" id="{CFB0631F-0BAA-ED46-B137-19C4CA31E1C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146267" y="4318860"/>
              <a:ext cx="1364567" cy="457200"/>
            </a:xfrm>
            <a:prstGeom prst="rect">
              <a:avLst/>
            </a:prstGeom>
          </p:spPr>
        </p:pic>
        <p:pic>
          <p:nvPicPr>
            <p:cNvPr id="22" name="Picture 21">
              <a:extLst>
                <a:ext uri="{FF2B5EF4-FFF2-40B4-BE49-F238E27FC236}">
                  <a16:creationId xmlns:a16="http://schemas.microsoft.com/office/drawing/2014/main" id="{1CB9F4C8-CE86-744E-B769-778C4C7689E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781151" y="4210608"/>
              <a:ext cx="1172196" cy="640080"/>
            </a:xfrm>
            <a:prstGeom prst="rect">
              <a:avLst/>
            </a:prstGeom>
          </p:spPr>
        </p:pic>
      </p:grpSp>
      <p:sp>
        <p:nvSpPr>
          <p:cNvPr id="30" name="Rectangle 29">
            <a:extLst>
              <a:ext uri="{FF2B5EF4-FFF2-40B4-BE49-F238E27FC236}">
                <a16:creationId xmlns:a16="http://schemas.microsoft.com/office/drawing/2014/main" id="{00B5A031-EE39-6B49-BCC2-D6C203ADF236}"/>
              </a:ext>
            </a:extLst>
          </p:cNvPr>
          <p:cNvSpPr/>
          <p:nvPr/>
        </p:nvSpPr>
        <p:spPr>
          <a:xfrm>
            <a:off x="479377" y="4125382"/>
            <a:ext cx="2285405" cy="914162"/>
          </a:xfrm>
          <a:prstGeom prst="rect">
            <a:avLst/>
          </a:prstGeom>
          <a:noFill/>
        </p:spPr>
        <p:style>
          <a:lnRef idx="3">
            <a:schemeClr val="lt1"/>
          </a:lnRef>
          <a:fillRef idx="1">
            <a:schemeClr val="accent2"/>
          </a:fillRef>
          <a:effectRef idx="1">
            <a:schemeClr val="accent2"/>
          </a:effectRef>
          <a:fontRef idx="minor">
            <a:schemeClr val="lt1"/>
          </a:fontRef>
        </p:style>
        <p:txBody>
          <a:bodyPr rtlCol="0" anchor="ctr"/>
          <a:lstStyle/>
          <a:p>
            <a:pPr algn="ctr" defTabSz="914126">
              <a:buClr>
                <a:srgbClr val="000000"/>
              </a:buClr>
              <a:defRPr/>
            </a:pPr>
            <a:r>
              <a:rPr lang="en-US" sz="1400" b="1" kern="0" dirty="0">
                <a:solidFill>
                  <a:srgbClr val="005596"/>
                </a:solidFill>
                <a:sym typeface="Arial"/>
              </a:rPr>
              <a:t>PARTNERSHIPS</a:t>
            </a:r>
          </a:p>
        </p:txBody>
      </p:sp>
      <p:grpSp>
        <p:nvGrpSpPr>
          <p:cNvPr id="24" name="Group 23">
            <a:extLst>
              <a:ext uri="{FF2B5EF4-FFF2-40B4-BE49-F238E27FC236}">
                <a16:creationId xmlns:a16="http://schemas.microsoft.com/office/drawing/2014/main" id="{F8CE971C-D51D-704D-ADB6-F142BC0CF8A9}"/>
              </a:ext>
            </a:extLst>
          </p:cNvPr>
          <p:cNvGrpSpPr/>
          <p:nvPr/>
        </p:nvGrpSpPr>
        <p:grpSpPr>
          <a:xfrm>
            <a:off x="3158535" y="4252177"/>
            <a:ext cx="3351297" cy="684796"/>
            <a:chOff x="3171114" y="3083419"/>
            <a:chExt cx="3352171" cy="684975"/>
          </a:xfrm>
        </p:grpSpPr>
        <p:pic>
          <p:nvPicPr>
            <p:cNvPr id="15" name="Picture 14">
              <a:extLst>
                <a:ext uri="{FF2B5EF4-FFF2-40B4-BE49-F238E27FC236}">
                  <a16:creationId xmlns:a16="http://schemas.microsoft.com/office/drawing/2014/main" id="{8B6A0877-FD0A-7B4A-B266-61152B9D0E8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171114" y="3083419"/>
              <a:ext cx="1192663" cy="684975"/>
            </a:xfrm>
            <a:prstGeom prst="rect">
              <a:avLst/>
            </a:prstGeom>
          </p:spPr>
        </p:pic>
        <p:pic>
          <p:nvPicPr>
            <p:cNvPr id="16" name="Picture 15">
              <a:extLst>
                <a:ext uri="{FF2B5EF4-FFF2-40B4-BE49-F238E27FC236}">
                  <a16:creationId xmlns:a16="http://schemas.microsoft.com/office/drawing/2014/main" id="{2031F462-51BA-D247-A002-10DE7288B369}"/>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4894245" y="3155601"/>
              <a:ext cx="1629040" cy="548640"/>
            </a:xfrm>
            <a:prstGeom prst="rect">
              <a:avLst/>
            </a:prstGeom>
          </p:spPr>
        </p:pic>
      </p:grpSp>
      <p:sp>
        <p:nvSpPr>
          <p:cNvPr id="29" name="Rectangle 28">
            <a:extLst>
              <a:ext uri="{FF2B5EF4-FFF2-40B4-BE49-F238E27FC236}">
                <a16:creationId xmlns:a16="http://schemas.microsoft.com/office/drawing/2014/main" id="{15D294DF-7D09-E94B-8829-53156A7690A7}"/>
              </a:ext>
            </a:extLst>
          </p:cNvPr>
          <p:cNvSpPr/>
          <p:nvPr/>
        </p:nvSpPr>
        <p:spPr>
          <a:xfrm>
            <a:off x="479376" y="1258336"/>
            <a:ext cx="2285405" cy="2819291"/>
          </a:xfrm>
          <a:prstGeom prst="rect">
            <a:avLst/>
          </a:prstGeom>
          <a:noFill/>
        </p:spPr>
        <p:style>
          <a:lnRef idx="3">
            <a:schemeClr val="lt1"/>
          </a:lnRef>
          <a:fillRef idx="1">
            <a:schemeClr val="accent2"/>
          </a:fillRef>
          <a:effectRef idx="1">
            <a:schemeClr val="accent2"/>
          </a:effectRef>
          <a:fontRef idx="minor">
            <a:schemeClr val="lt1"/>
          </a:fontRef>
        </p:style>
        <p:txBody>
          <a:bodyPr rtlCol="0" anchor="ctr"/>
          <a:lstStyle/>
          <a:p>
            <a:pPr algn="ctr" defTabSz="914126">
              <a:buClr>
                <a:srgbClr val="000000"/>
              </a:buClr>
              <a:defRPr/>
            </a:pPr>
            <a:r>
              <a:rPr lang="en-US" sz="1400" b="1" kern="0" dirty="0">
                <a:solidFill>
                  <a:srgbClr val="005596"/>
                </a:solidFill>
                <a:sym typeface="Arial"/>
              </a:rPr>
              <a:t>LEADING BRANDS</a:t>
            </a:r>
          </a:p>
        </p:txBody>
      </p:sp>
      <p:cxnSp>
        <p:nvCxnSpPr>
          <p:cNvPr id="25" name="Straight Connector 24">
            <a:extLst>
              <a:ext uri="{FF2B5EF4-FFF2-40B4-BE49-F238E27FC236}">
                <a16:creationId xmlns:a16="http://schemas.microsoft.com/office/drawing/2014/main" id="{7C2A73AD-647B-4016-917C-73BD2BC13909}"/>
              </a:ext>
            </a:extLst>
          </p:cNvPr>
          <p:cNvCxnSpPr>
            <a:cxnSpLocks/>
          </p:cNvCxnSpPr>
          <p:nvPr/>
        </p:nvCxnSpPr>
        <p:spPr>
          <a:xfrm>
            <a:off x="0" y="4077626"/>
            <a:ext cx="11738628" cy="0"/>
          </a:xfrm>
          <a:prstGeom prst="line">
            <a:avLst/>
          </a:prstGeom>
          <a:ln w="19050">
            <a:solidFill>
              <a:srgbClr val="0070C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52E1D79-8931-4807-8F3A-DC255AC50907}"/>
              </a:ext>
            </a:extLst>
          </p:cNvPr>
          <p:cNvCxnSpPr>
            <a:cxnSpLocks/>
          </p:cNvCxnSpPr>
          <p:nvPr/>
        </p:nvCxnSpPr>
        <p:spPr>
          <a:xfrm>
            <a:off x="0" y="5089660"/>
            <a:ext cx="11738628" cy="0"/>
          </a:xfrm>
          <a:prstGeom prst="line">
            <a:avLst/>
          </a:prstGeom>
          <a:ln w="19050">
            <a:solidFill>
              <a:srgbClr val="0070C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0D9C636-82B7-4F30-862E-9481C8584535}"/>
              </a:ext>
            </a:extLst>
          </p:cNvPr>
          <p:cNvCxnSpPr>
            <a:cxnSpLocks/>
          </p:cNvCxnSpPr>
          <p:nvPr/>
        </p:nvCxnSpPr>
        <p:spPr>
          <a:xfrm>
            <a:off x="0" y="6010863"/>
            <a:ext cx="11712624" cy="0"/>
          </a:xfrm>
          <a:prstGeom prst="line">
            <a:avLst/>
          </a:prstGeom>
          <a:ln w="19050">
            <a:solidFill>
              <a:srgbClr val="0070C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23AB3C8-5233-DA14-1B53-81B5EC7DD364}"/>
              </a:ext>
            </a:extLst>
          </p:cNvPr>
          <p:cNvCxnSpPr>
            <a:cxnSpLocks/>
          </p:cNvCxnSpPr>
          <p:nvPr/>
        </p:nvCxnSpPr>
        <p:spPr>
          <a:xfrm>
            <a:off x="2778123" y="1355895"/>
            <a:ext cx="0" cy="4654968"/>
          </a:xfrm>
          <a:prstGeom prst="line">
            <a:avLst/>
          </a:prstGeom>
        </p:spPr>
        <p:style>
          <a:lnRef idx="1">
            <a:schemeClr val="accent1"/>
          </a:lnRef>
          <a:fillRef idx="0">
            <a:schemeClr val="accent1"/>
          </a:fillRef>
          <a:effectRef idx="0">
            <a:schemeClr val="accent1"/>
          </a:effectRef>
          <a:fontRef idx="minor">
            <a:schemeClr val="tx1"/>
          </a:fontRef>
        </p:style>
      </p:cxnSp>
      <p:pic>
        <p:nvPicPr>
          <p:cNvPr id="1028" name="Picture 4" descr="Guide to Confluent Certified Developer for Apache Kafka exam | by Nilay  Sundarkar | Geek Culture | Medium">
            <a:extLst>
              <a:ext uri="{FF2B5EF4-FFF2-40B4-BE49-F238E27FC236}">
                <a16:creationId xmlns:a16="http://schemas.microsoft.com/office/drawing/2014/main" id="{5C8A3D17-664C-7C6C-615F-AF4AE973D55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02563" y="5314329"/>
            <a:ext cx="1237343" cy="618672"/>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a:extLst>
              <a:ext uri="{FF2B5EF4-FFF2-40B4-BE49-F238E27FC236}">
                <a16:creationId xmlns:a16="http://schemas.microsoft.com/office/drawing/2014/main" id="{20B1BCE8-BEC6-582C-EE1A-5F3BF523DD0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626989" y="3145761"/>
            <a:ext cx="1524533" cy="310553"/>
          </a:xfrm>
          <a:prstGeom prst="rect">
            <a:avLst/>
          </a:prstGeom>
        </p:spPr>
      </p:pic>
      <p:pic>
        <p:nvPicPr>
          <p:cNvPr id="2058" name="Picture 10" descr="594 Cvs Logo Royalty-Free Photos and Stock Images | Shutterstock">
            <a:extLst>
              <a:ext uri="{FF2B5EF4-FFF2-40B4-BE49-F238E27FC236}">
                <a16:creationId xmlns:a16="http://schemas.microsoft.com/office/drawing/2014/main" id="{C616D5AE-B1A1-C465-8480-90F98CB71F3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44157" y="2759629"/>
            <a:ext cx="1785474" cy="107128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nowflake Data Solutions &amp; Strategy Services Partner | DAS42">
            <a:extLst>
              <a:ext uri="{FF2B5EF4-FFF2-40B4-BE49-F238E27FC236}">
                <a16:creationId xmlns:a16="http://schemas.microsoft.com/office/drawing/2014/main" id="{A27C1E20-EBEE-07AF-4116-5B767609404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57481" y="4035724"/>
            <a:ext cx="1093478" cy="109347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Confluent Partner | Confluent Solutions| Ness Digital Engineering">
            <a:extLst>
              <a:ext uri="{FF2B5EF4-FFF2-40B4-BE49-F238E27FC236}">
                <a16:creationId xmlns:a16="http://schemas.microsoft.com/office/drawing/2014/main" id="{2D9D4100-2FCC-D97F-3A06-AD62519F13B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76042" y="4213003"/>
            <a:ext cx="761802" cy="761802"/>
          </a:xfrm>
          <a:prstGeom prst="rect">
            <a:avLst/>
          </a:prstGeom>
          <a:noFill/>
          <a:extLst>
            <a:ext uri="{909E8E84-426E-40DD-AFC4-6F175D3DCCD1}">
              <a14:hiddenFill xmlns:a14="http://schemas.microsoft.com/office/drawing/2010/main">
                <a:solidFill>
                  <a:srgbClr val="FFFFFF"/>
                </a:solidFill>
              </a14:hiddenFill>
            </a:ext>
          </a:extLst>
        </p:spPr>
      </p:pic>
      <p:pic>
        <p:nvPicPr>
          <p:cNvPr id="7" name="Graphic 6">
            <a:extLst>
              <a:ext uri="{FF2B5EF4-FFF2-40B4-BE49-F238E27FC236}">
                <a16:creationId xmlns:a16="http://schemas.microsoft.com/office/drawing/2014/main" id="{84A870F7-AB76-1D46-9794-F45EE3B54AC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062927" y="4213003"/>
            <a:ext cx="804631" cy="784075"/>
          </a:xfrm>
          <a:prstGeom prst="rect">
            <a:avLst/>
          </a:prstGeom>
        </p:spPr>
      </p:pic>
      <p:pic>
        <p:nvPicPr>
          <p:cNvPr id="1034" name="Picture 10" descr="Insperity logo - Brighter Bites">
            <a:extLst>
              <a:ext uri="{FF2B5EF4-FFF2-40B4-BE49-F238E27FC236}">
                <a16:creationId xmlns:a16="http://schemas.microsoft.com/office/drawing/2014/main" id="{94651EA4-B144-0E48-AD85-099645C7EB31}"/>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17700" t="545" r="12985" b="27612"/>
          <a:stretch>
            <a:fillRect/>
          </a:stretch>
        </p:blipFill>
        <p:spPr bwMode="auto">
          <a:xfrm>
            <a:off x="3033055" y="1467474"/>
            <a:ext cx="2175393" cy="118374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Costco Logo and symbol, meaning, history, PNG, brand">
            <a:extLst>
              <a:ext uri="{FF2B5EF4-FFF2-40B4-BE49-F238E27FC236}">
                <a16:creationId xmlns:a16="http://schemas.microsoft.com/office/drawing/2014/main" id="{8FB037C5-C001-10AA-24A4-9D1FB319FAE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09799" y="1865689"/>
            <a:ext cx="1838023" cy="103388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Multimedia - American Airlines Newsroom">
            <a:extLst>
              <a:ext uri="{FF2B5EF4-FFF2-40B4-BE49-F238E27FC236}">
                <a16:creationId xmlns:a16="http://schemas.microsoft.com/office/drawing/2014/main" id="{EF594ACF-81F0-049E-1235-62FFE45C0403}"/>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404892" y="1634122"/>
            <a:ext cx="1968728" cy="128355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a:extLst>
              <a:ext uri="{FF2B5EF4-FFF2-40B4-BE49-F238E27FC236}">
                <a16:creationId xmlns:a16="http://schemas.microsoft.com/office/drawing/2014/main" id="{B9CD777E-ADD7-4EF2-9ABD-080644CD072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817988" y="3088227"/>
            <a:ext cx="1771577" cy="42456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Logo&#10;&#10;Description automatically generated">
            <a:extLst>
              <a:ext uri="{FF2B5EF4-FFF2-40B4-BE49-F238E27FC236}">
                <a16:creationId xmlns:a16="http://schemas.microsoft.com/office/drawing/2014/main" id="{1A53E079-FCC3-3ADF-99AC-CFBAE533B025}"/>
              </a:ext>
            </a:extLst>
          </p:cNvPr>
          <p:cNvPicPr>
            <a:picLocks noChangeAspect="1"/>
          </p:cNvPicPr>
          <p:nvPr/>
        </p:nvPicPr>
        <p:blipFill>
          <a:blip r:embed="rId19"/>
          <a:stretch>
            <a:fillRect/>
          </a:stretch>
        </p:blipFill>
        <p:spPr>
          <a:xfrm>
            <a:off x="10294021" y="6384043"/>
            <a:ext cx="1380136" cy="445205"/>
          </a:xfrm>
          <a:prstGeom prst="rect">
            <a:avLst/>
          </a:prstGeom>
        </p:spPr>
      </p:pic>
      <p:pic>
        <p:nvPicPr>
          <p:cNvPr id="9" name="Picture 8">
            <a:extLst>
              <a:ext uri="{FF2B5EF4-FFF2-40B4-BE49-F238E27FC236}">
                <a16:creationId xmlns:a16="http://schemas.microsoft.com/office/drawing/2014/main" id="{CFC5129A-760D-69AD-EA06-901DD306B3BE}"/>
              </a:ext>
            </a:extLst>
          </p:cNvPr>
          <p:cNvPicPr>
            <a:picLocks noChangeAspect="1"/>
          </p:cNvPicPr>
          <p:nvPr/>
        </p:nvPicPr>
        <p:blipFill>
          <a:blip r:embed="rId20"/>
          <a:stretch>
            <a:fillRect/>
          </a:stretch>
        </p:blipFill>
        <p:spPr>
          <a:xfrm>
            <a:off x="3454400" y="1082331"/>
            <a:ext cx="1075731" cy="537866"/>
          </a:xfrm>
          <a:prstGeom prst="rect">
            <a:avLst/>
          </a:prstGeom>
        </p:spPr>
      </p:pic>
      <p:pic>
        <p:nvPicPr>
          <p:cNvPr id="11" name="Picture 10">
            <a:extLst>
              <a:ext uri="{FF2B5EF4-FFF2-40B4-BE49-F238E27FC236}">
                <a16:creationId xmlns:a16="http://schemas.microsoft.com/office/drawing/2014/main" id="{82FE7E3F-C715-6DAB-FC81-E886BC2D70EC}"/>
              </a:ext>
            </a:extLst>
          </p:cNvPr>
          <p:cNvPicPr>
            <a:picLocks noChangeAspect="1"/>
          </p:cNvPicPr>
          <p:nvPr/>
        </p:nvPicPr>
        <p:blipFill>
          <a:blip r:embed="rId21"/>
          <a:stretch>
            <a:fillRect/>
          </a:stretch>
        </p:blipFill>
        <p:spPr>
          <a:xfrm>
            <a:off x="4875333" y="1176617"/>
            <a:ext cx="688833" cy="688833"/>
          </a:xfrm>
          <a:prstGeom prst="rect">
            <a:avLst/>
          </a:prstGeom>
        </p:spPr>
      </p:pic>
      <p:pic>
        <p:nvPicPr>
          <p:cNvPr id="13" name="Picture 12">
            <a:extLst>
              <a:ext uri="{FF2B5EF4-FFF2-40B4-BE49-F238E27FC236}">
                <a16:creationId xmlns:a16="http://schemas.microsoft.com/office/drawing/2014/main" id="{A19DED30-2BAC-B69C-AE3E-5283C78FC818}"/>
              </a:ext>
            </a:extLst>
          </p:cNvPr>
          <p:cNvPicPr>
            <a:picLocks noChangeAspect="1"/>
          </p:cNvPicPr>
          <p:nvPr/>
        </p:nvPicPr>
        <p:blipFill>
          <a:blip r:embed="rId22"/>
          <a:stretch>
            <a:fillRect/>
          </a:stretch>
        </p:blipFill>
        <p:spPr>
          <a:xfrm>
            <a:off x="5949502" y="1076273"/>
            <a:ext cx="1219351" cy="684026"/>
          </a:xfrm>
          <a:prstGeom prst="rect">
            <a:avLst/>
          </a:prstGeom>
        </p:spPr>
      </p:pic>
      <p:pic>
        <p:nvPicPr>
          <p:cNvPr id="17" name="Picture 16">
            <a:extLst>
              <a:ext uri="{FF2B5EF4-FFF2-40B4-BE49-F238E27FC236}">
                <a16:creationId xmlns:a16="http://schemas.microsoft.com/office/drawing/2014/main" id="{A4CFB64B-9CEE-CF50-D1B8-DAF879F90DD4}"/>
              </a:ext>
            </a:extLst>
          </p:cNvPr>
          <p:cNvPicPr>
            <a:picLocks noChangeAspect="1"/>
          </p:cNvPicPr>
          <p:nvPr/>
        </p:nvPicPr>
        <p:blipFill>
          <a:blip r:embed="rId23"/>
          <a:stretch>
            <a:fillRect/>
          </a:stretch>
        </p:blipFill>
        <p:spPr>
          <a:xfrm>
            <a:off x="7692247" y="927895"/>
            <a:ext cx="752169" cy="824391"/>
          </a:xfrm>
          <a:prstGeom prst="rect">
            <a:avLst/>
          </a:prstGeom>
        </p:spPr>
      </p:pic>
      <p:pic>
        <p:nvPicPr>
          <p:cNvPr id="23" name="Picture 22">
            <a:extLst>
              <a:ext uri="{FF2B5EF4-FFF2-40B4-BE49-F238E27FC236}">
                <a16:creationId xmlns:a16="http://schemas.microsoft.com/office/drawing/2014/main" id="{FD3E5268-2A2F-65BF-DFAD-80C869EB8528}"/>
              </a:ext>
            </a:extLst>
          </p:cNvPr>
          <p:cNvPicPr>
            <a:picLocks noChangeAspect="1"/>
          </p:cNvPicPr>
          <p:nvPr/>
        </p:nvPicPr>
        <p:blipFill>
          <a:blip r:embed="rId24"/>
          <a:stretch>
            <a:fillRect/>
          </a:stretch>
        </p:blipFill>
        <p:spPr>
          <a:xfrm>
            <a:off x="8803311" y="999260"/>
            <a:ext cx="1275706" cy="665675"/>
          </a:xfrm>
          <a:prstGeom prst="rect">
            <a:avLst/>
          </a:prstGeom>
        </p:spPr>
      </p:pic>
    </p:spTree>
    <p:extLst>
      <p:ext uri="{BB962C8B-B14F-4D97-AF65-F5344CB8AC3E}">
        <p14:creationId xmlns:p14="http://schemas.microsoft.com/office/powerpoint/2010/main" val="2119279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75871-7AEF-131B-F4E6-26F4F7861B89}"/>
              </a:ext>
            </a:extLst>
          </p:cNvPr>
          <p:cNvSpPr>
            <a:spLocks noGrp="1"/>
          </p:cNvSpPr>
          <p:nvPr>
            <p:ph type="title"/>
          </p:nvPr>
        </p:nvSpPr>
        <p:spPr>
          <a:xfrm>
            <a:off x="705913" y="2933878"/>
            <a:ext cx="10515600" cy="508001"/>
          </a:xfrm>
        </p:spPr>
        <p:txBody>
          <a:bodyPr>
            <a:normAutofit fontScale="90000"/>
          </a:bodyPr>
          <a:lstStyle/>
          <a:p>
            <a:r>
              <a:rPr lang="en-US" dirty="0"/>
              <a:t>Recommended Approach</a:t>
            </a:r>
            <a:br>
              <a:rPr lang="en-US" dirty="0"/>
            </a:br>
            <a:endParaRPr lang="en-US" dirty="0"/>
          </a:p>
        </p:txBody>
      </p:sp>
      <p:sp>
        <p:nvSpPr>
          <p:cNvPr id="5" name="Subtitle 4">
            <a:extLst>
              <a:ext uri="{FF2B5EF4-FFF2-40B4-BE49-F238E27FC236}">
                <a16:creationId xmlns:a16="http://schemas.microsoft.com/office/drawing/2014/main" id="{A6F87D52-FD94-FDC8-26E2-7A32D19DDFF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51867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05668" cy="667808"/>
          </a:xfrm>
        </p:spPr>
        <p:txBody>
          <a:bodyPr anchor="b">
            <a:normAutofit/>
          </a:bodyPr>
          <a:lstStyle>
            <a:lvl1pPr>
              <a:defRPr sz="3200" b="1">
                <a:solidFill>
                  <a:srgbClr val="005596"/>
                </a:solidFill>
                <a:latin typeface="Poppins" pitchFamily="2" charset="77"/>
                <a:cs typeface="Poppins" pitchFamily="2" charset="77"/>
              </a:defRPr>
            </a:lvl1pPr>
          </a:lstStyle>
          <a:p>
            <a:r>
              <a:t>Discovery &amp; Assessment: What It Delivers</a:t>
            </a:r>
          </a:p>
        </p:txBody>
      </p:sp>
      <p:sp>
        <p:nvSpPr>
          <p:cNvPr id="7" name="Text Placeholder 6">
            <a:extLst>
              <a:ext uri="{FF2B5EF4-FFF2-40B4-BE49-F238E27FC236}">
                <a16:creationId xmlns:a16="http://schemas.microsoft.com/office/drawing/2014/main" id="{8B772F0C-A603-1AAE-F130-CB75D94E66CB}"/>
              </a:ext>
            </a:extLst>
          </p:cNvPr>
          <p:cNvSpPr>
            <a:spLocks noGrp="1"/>
          </p:cNvSpPr>
          <p:nvPr>
            <p:ph type="body" sz="quarter" idx="11"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2000" b="0" i="0">
                <a:solidFill>
                  <a:schemeClr val="bg1">
                    <a:lumMod val="50000"/>
                  </a:schemeClr>
                </a:solidFill>
                <a:latin typeface="Poppins Medium" pitchFamily="2" charset="77"/>
                <a:cs typeface="Poppins Medium" pitchFamily="2" charset="77"/>
              </a:defRPr>
            </a:lvl1pPr>
          </a:lstStyle>
          <a:p>
            <a:r>
              <a:rPr dirty="0"/>
              <a:t>A 6-week</a:t>
            </a:r>
            <a:r>
              <a:rPr lang="en-US" dirty="0"/>
              <a:t> </a:t>
            </a:r>
            <a:r>
              <a:rPr dirty="0"/>
              <a:t>engagement to map the full platform vision</a:t>
            </a:r>
          </a:p>
        </p:txBody>
      </p:sp>
      <p:sp>
        <p:nvSpPr>
          <p:cNvPr id="10" name="Content Placeholder 9">
            <a:extLst>
              <a:ext uri="{FF2B5EF4-FFF2-40B4-BE49-F238E27FC236}">
                <a16:creationId xmlns:a16="http://schemas.microsoft.com/office/drawing/2014/main" id="{76DB217A-F6B3-74AC-D9F2-0EF851F4881D}"/>
              </a:ext>
            </a:extLst>
          </p:cNvPr>
          <p:cNvSpPr>
            <a:spLocks noGrp="1"/>
          </p:cNvSpPr>
          <p:nvPr>
            <p:ph sz="quarter" idx="10"/>
          </p:nvPr>
        </p:nvSpPr>
        <p:spPr>
          <a:xfrm>
            <a:off x="468313" y="1885244"/>
            <a:ext cx="11206162" cy="3999619"/>
          </a:xfrm>
          <a:prstGeom prst="rect">
            <a:avLst/>
          </a:prstGeom>
        </p:spPr>
        <p:txBody>
          <a:bodyPr>
            <a:normAutofit/>
          </a:bodyPr>
          <a:lstStyle>
            <a:lvl1pPr>
              <a:defRPr sz="1400">
                <a:latin typeface="Khula" panose="02000000000000000000" pitchFamily="2" charset="0"/>
                <a:cs typeface="Khula" panose="02000000000000000000" pitchFamily="2" charset="0"/>
              </a:defRPr>
            </a:lvl1pPr>
          </a:lstStyle>
          <a:p>
            <a:r>
              <a:rPr sz="2000" b="1" dirty="0"/>
              <a:t>Activities</a:t>
            </a:r>
          </a:p>
          <a:p>
            <a:pPr lvl="1"/>
            <a:r>
              <a:rPr sz="1600" b="0" dirty="0"/>
              <a:t>Review current-state systems: ticketing platform, HubSpot CRM, Zendesk, Square, and the LMS/payroll tools in scope</a:t>
            </a:r>
          </a:p>
          <a:p>
            <a:pPr lvl="1"/>
            <a:r>
              <a:rPr sz="1600" b="0" dirty="0"/>
              <a:t>Stakeholder workshops with Leadership and Operations to map the full guest and employee experience</a:t>
            </a:r>
          </a:p>
          <a:p>
            <a:pPr lvl="1"/>
            <a:r>
              <a:rPr sz="1600" b="0" dirty="0"/>
              <a:t>Map the complete platform vision: ticketing, loyalty, guest data, employee portal, LMS, payroll, mobile ordering</a:t>
            </a:r>
          </a:p>
          <a:p>
            <a:endParaRPr lang="en-US" sz="2000" b="1" dirty="0"/>
          </a:p>
          <a:p>
            <a:r>
              <a:rPr sz="2000" b="1" dirty="0"/>
              <a:t>Deliverables</a:t>
            </a:r>
          </a:p>
          <a:p>
            <a:pPr lvl="1"/>
            <a:r>
              <a:rPr sz="1600" b="0" dirty="0"/>
              <a:t>A recommended technology architecture and cloud strategy</a:t>
            </a:r>
          </a:p>
          <a:p>
            <a:pPr lvl="1"/>
            <a:r>
              <a:rPr sz="1600" b="0" dirty="0"/>
              <a:t>A phased platform roadmap so Phase 1 doesn't box in what comes next</a:t>
            </a:r>
          </a:p>
          <a:p>
            <a:pPr lvl="1"/>
            <a:r>
              <a:rPr sz="1600" b="0" dirty="0"/>
              <a:t>A detailed cost, timeline, and acceptance-criteria estimate for Phase 1 (Ticketing + Loyalty)</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05668" cy="667808"/>
          </a:xfrm>
        </p:spPr>
        <p:txBody>
          <a:bodyPr anchor="b">
            <a:normAutofit/>
          </a:bodyPr>
          <a:lstStyle>
            <a:lvl1pPr>
              <a:defRPr sz="3200" b="1">
                <a:solidFill>
                  <a:srgbClr val="005596"/>
                </a:solidFill>
                <a:latin typeface="Poppins" pitchFamily="2" charset="77"/>
                <a:cs typeface="Poppins" pitchFamily="2" charset="77"/>
              </a:defRPr>
            </a:lvl1pPr>
          </a:lstStyle>
          <a:p>
            <a:r>
              <a:t>Platform &amp; Delivery Recommendations</a:t>
            </a:r>
          </a:p>
        </p:txBody>
      </p:sp>
      <p:sp>
        <p:nvSpPr>
          <p:cNvPr id="7" name="Text Placeholder 6">
            <a:extLst>
              <a:ext uri="{FF2B5EF4-FFF2-40B4-BE49-F238E27FC236}">
                <a16:creationId xmlns:a16="http://schemas.microsoft.com/office/drawing/2014/main" id="{8B772F0C-A603-1AAE-F130-CB75D94E66CB}"/>
              </a:ext>
            </a:extLst>
          </p:cNvPr>
          <p:cNvSpPr>
            <a:spLocks noGrp="1"/>
          </p:cNvSpPr>
          <p:nvPr>
            <p:ph type="body" sz="quarter" idx="11"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2000" b="0" i="0">
                <a:solidFill>
                  <a:schemeClr val="bg1">
                    <a:lumMod val="50000"/>
                  </a:schemeClr>
                </a:solidFill>
                <a:latin typeface="Poppins Medium" pitchFamily="2" charset="77"/>
                <a:cs typeface="Poppins Medium" pitchFamily="2" charset="77"/>
              </a:defRPr>
            </a:lvl1pPr>
          </a:lstStyle>
          <a:p>
            <a:r>
              <a:rPr dirty="0"/>
              <a:t>Where we already have conviction and one decision that's yours to make</a:t>
            </a:r>
          </a:p>
        </p:txBody>
      </p:sp>
      <p:sp>
        <p:nvSpPr>
          <p:cNvPr id="8" name="TextBox 7"/>
          <p:cNvSpPr txBox="1"/>
          <p:nvPr/>
        </p:nvSpPr>
        <p:spPr>
          <a:xfrm>
            <a:off x="666616" y="1912061"/>
            <a:ext cx="11206162" cy="984885"/>
          </a:xfrm>
          <a:prstGeom prst="rect">
            <a:avLst/>
          </a:prstGeom>
          <a:noFill/>
        </p:spPr>
        <p:txBody>
          <a:bodyPr wrap="square">
            <a:spAutoFit/>
          </a:bodyPr>
          <a:lstStyle/>
          <a:p>
            <a:pPr>
              <a:spcAft>
                <a:spcPts val="600"/>
              </a:spcAft>
            </a:pPr>
            <a:r>
              <a:rPr sz="1600" b="1" dirty="0">
                <a:solidFill>
                  <a:srgbClr val="44546A"/>
                </a:solidFill>
              </a:rPr>
              <a:t>Cloud: </a:t>
            </a:r>
            <a:r>
              <a:rPr sz="1600" dirty="0">
                <a:solidFill>
                  <a:srgbClr val="606060"/>
                </a:solidFill>
              </a:rPr>
              <a:t>Azure</a:t>
            </a:r>
            <a:r>
              <a:rPr lang="en-US" sz="1600" dirty="0">
                <a:solidFill>
                  <a:srgbClr val="606060"/>
                </a:solidFill>
              </a:rPr>
              <a:t>; given current </a:t>
            </a:r>
            <a:r>
              <a:rPr sz="1600" dirty="0">
                <a:solidFill>
                  <a:srgbClr val="606060"/>
                </a:solidFill>
              </a:rPr>
              <a:t>licensing</a:t>
            </a:r>
          </a:p>
          <a:p>
            <a:pPr>
              <a:spcAft>
                <a:spcPts val="600"/>
              </a:spcAft>
            </a:pPr>
            <a:r>
              <a:rPr sz="1600" b="1" dirty="0">
                <a:solidFill>
                  <a:srgbClr val="44546A"/>
                </a:solidFill>
              </a:rPr>
              <a:t>Payments: </a:t>
            </a:r>
            <a:r>
              <a:rPr sz="1600" dirty="0">
                <a:solidFill>
                  <a:srgbClr val="606060"/>
                </a:solidFill>
              </a:rPr>
              <a:t>Keep Square. Never own payment-processing risk in-house</a:t>
            </a:r>
          </a:p>
          <a:p>
            <a:pPr>
              <a:spcAft>
                <a:spcPts val="600"/>
              </a:spcAft>
            </a:pPr>
            <a:r>
              <a:rPr sz="1600" b="1" dirty="0">
                <a:solidFill>
                  <a:srgbClr val="44546A"/>
                </a:solidFill>
              </a:rPr>
              <a:t>Accounting: </a:t>
            </a:r>
            <a:r>
              <a:rPr lang="en-US" sz="1600" dirty="0">
                <a:solidFill>
                  <a:srgbClr val="606060"/>
                </a:solidFill>
              </a:rPr>
              <a:t>Leverage </a:t>
            </a:r>
            <a:r>
              <a:rPr sz="1600" dirty="0">
                <a:solidFill>
                  <a:srgbClr val="606060"/>
                </a:solidFill>
              </a:rPr>
              <a:t>Square and the ticketing tool; the new platform </a:t>
            </a:r>
            <a:r>
              <a:rPr lang="en-US" sz="1600" dirty="0">
                <a:solidFill>
                  <a:srgbClr val="606060"/>
                </a:solidFill>
              </a:rPr>
              <a:t>is additive</a:t>
            </a:r>
            <a:endParaRPr sz="1600" dirty="0">
              <a:solidFill>
                <a:srgbClr val="606060"/>
              </a:solidFill>
            </a:endParaRPr>
          </a:p>
        </p:txBody>
      </p:sp>
      <p:sp>
        <p:nvSpPr>
          <p:cNvPr id="9" name="TextBox 8"/>
          <p:cNvSpPr txBox="1"/>
          <p:nvPr/>
        </p:nvSpPr>
        <p:spPr>
          <a:xfrm>
            <a:off x="468313" y="3364890"/>
            <a:ext cx="3253583" cy="400110"/>
          </a:xfrm>
          <a:prstGeom prst="rect">
            <a:avLst/>
          </a:prstGeom>
          <a:noFill/>
        </p:spPr>
        <p:txBody>
          <a:bodyPr wrap="none">
            <a:spAutoFit/>
          </a:bodyPr>
          <a:lstStyle/>
          <a:p>
            <a:r>
              <a:rPr sz="2000" b="1" dirty="0">
                <a:solidFill>
                  <a:srgbClr val="005596"/>
                </a:solidFill>
              </a:rPr>
              <a:t>Ongoing Ownership</a:t>
            </a:r>
            <a:r>
              <a:rPr lang="en-US" sz="2000" b="1" dirty="0">
                <a:solidFill>
                  <a:srgbClr val="005596"/>
                </a:solidFill>
              </a:rPr>
              <a:t> Decision</a:t>
            </a:r>
            <a:endParaRPr sz="2000" b="1" dirty="0">
              <a:solidFill>
                <a:srgbClr val="005596"/>
              </a:solidFill>
            </a:endParaRPr>
          </a:p>
        </p:txBody>
      </p:sp>
      <p:sp>
        <p:nvSpPr>
          <p:cNvPr id="10" name="Rounded Rectangle 9"/>
          <p:cNvSpPr/>
          <p:nvPr/>
        </p:nvSpPr>
        <p:spPr>
          <a:xfrm>
            <a:off x="468313" y="3850000"/>
            <a:ext cx="3600000" cy="1850000"/>
          </a:xfrm>
          <a:prstGeom prst="roundRect">
            <a:avLst>
              <a:gd name="adj" fmla="val 4000"/>
            </a:avLst>
          </a:prstGeom>
          <a:solidFill>
            <a:srgbClr val="F7F9FC"/>
          </a:solidFill>
          <a:ln w="12700">
            <a:solidFill>
              <a:srgbClr val="5BC2A7"/>
            </a:solidFill>
          </a:ln>
          <a:effectLst/>
        </p:spPr>
        <p:style>
          <a:lnRef idx="1">
            <a:schemeClr val="accent1"/>
          </a:lnRef>
          <a:fillRef idx="3">
            <a:schemeClr val="accent1"/>
          </a:fillRef>
          <a:effectRef idx="2">
            <a:schemeClr val="accent1"/>
          </a:effectRef>
          <a:fontRef idx="minor">
            <a:schemeClr val="lt1"/>
          </a:fontRef>
        </p:style>
        <p:txBody>
          <a:bodyPr wrap="square" lIns="220000" tIns="150000" rIns="150000" rtlCol="0" anchor="ctr"/>
          <a:lstStyle/>
          <a:p>
            <a:pPr algn="ctr"/>
            <a:r>
              <a:rPr sz="1100" b="1" dirty="0">
                <a:solidFill>
                  <a:srgbClr val="5BC2A7"/>
                </a:solidFill>
              </a:rPr>
              <a:t>OPTION A</a:t>
            </a:r>
            <a:endParaRPr lang="en-US" sz="1100" b="1" dirty="0">
              <a:solidFill>
                <a:srgbClr val="5BC2A7"/>
              </a:solidFill>
            </a:endParaRPr>
          </a:p>
          <a:p>
            <a:pPr algn="ctr"/>
            <a:endParaRPr sz="1100" b="1" dirty="0">
              <a:solidFill>
                <a:srgbClr val="5BC2A7"/>
              </a:solidFill>
            </a:endParaRPr>
          </a:p>
          <a:p>
            <a:pPr>
              <a:spcAft>
                <a:spcPts val="800"/>
              </a:spcAft>
            </a:pPr>
            <a:r>
              <a:rPr sz="1500" b="1" dirty="0">
                <a:solidFill>
                  <a:srgbClr val="44546A"/>
                </a:solidFill>
              </a:rPr>
              <a:t>Improving-Managed (Retainer)</a:t>
            </a:r>
          </a:p>
          <a:p>
            <a:r>
              <a:rPr sz="1100" dirty="0">
                <a:solidFill>
                  <a:srgbClr val="606060"/>
                </a:solidFill>
              </a:rPr>
              <a:t>Improving retains ongoing maintenance and support on a flexible retainer that scales up for the season and down in the off-months</a:t>
            </a:r>
            <a:r>
              <a:rPr lang="en-US" sz="1100" dirty="0">
                <a:solidFill>
                  <a:srgbClr val="606060"/>
                </a:solidFill>
              </a:rPr>
              <a:t>;</a:t>
            </a:r>
            <a:r>
              <a:rPr sz="1100" dirty="0">
                <a:solidFill>
                  <a:srgbClr val="606060"/>
                </a:solidFill>
              </a:rPr>
              <a:t> how we support </a:t>
            </a:r>
            <a:r>
              <a:rPr lang="en-US" sz="1100" dirty="0">
                <a:solidFill>
                  <a:srgbClr val="606060"/>
                </a:solidFill>
              </a:rPr>
              <a:t>other client's</a:t>
            </a:r>
            <a:r>
              <a:rPr sz="1100" dirty="0">
                <a:solidFill>
                  <a:srgbClr val="606060"/>
                </a:solidFill>
              </a:rPr>
              <a:t> seasonal model. No in-house hire needed.</a:t>
            </a:r>
          </a:p>
        </p:txBody>
      </p:sp>
      <p:sp>
        <p:nvSpPr>
          <p:cNvPr id="11" name="Rounded Rectangle 10"/>
          <p:cNvSpPr/>
          <p:nvPr/>
        </p:nvSpPr>
        <p:spPr>
          <a:xfrm>
            <a:off x="468313" y="3850000"/>
            <a:ext cx="80000" cy="185000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68313" y="3850000"/>
            <a:ext cx="3600000" cy="1850000"/>
          </a:xfrm>
          <a:prstGeom prst="roundRect">
            <a:avLst>
              <a:gd name="adj" fmla="val 4000"/>
            </a:avLst>
          </a:prstGeom>
          <a:solidFill>
            <a:srgbClr val="F7F9FC"/>
          </a:solidFill>
          <a:ln w="12700">
            <a:solidFill>
              <a:srgbClr val="FF9300"/>
            </a:solidFill>
          </a:ln>
          <a:effectLst/>
        </p:spPr>
        <p:style>
          <a:lnRef idx="1">
            <a:schemeClr val="accent1"/>
          </a:lnRef>
          <a:fillRef idx="3">
            <a:schemeClr val="accent1"/>
          </a:fillRef>
          <a:effectRef idx="2">
            <a:schemeClr val="accent1"/>
          </a:effectRef>
          <a:fontRef idx="minor">
            <a:schemeClr val="lt1"/>
          </a:fontRef>
        </p:style>
        <p:txBody>
          <a:bodyPr wrap="square" lIns="220000" tIns="150000" rIns="150000" rtlCol="0" anchor="ctr"/>
          <a:lstStyle/>
          <a:p>
            <a:pPr algn="ctr"/>
            <a:r>
              <a:rPr sz="1100" b="1" dirty="0">
                <a:solidFill>
                  <a:srgbClr val="FF9300"/>
                </a:solidFill>
              </a:rPr>
              <a:t>OPTION B</a:t>
            </a:r>
            <a:endParaRPr lang="en-US" sz="1100" b="1" dirty="0">
              <a:solidFill>
                <a:srgbClr val="FF9300"/>
              </a:solidFill>
            </a:endParaRPr>
          </a:p>
          <a:p>
            <a:pPr algn="ctr"/>
            <a:endParaRPr sz="1100" b="1" dirty="0">
              <a:solidFill>
                <a:srgbClr val="FF9300"/>
              </a:solidFill>
            </a:endParaRPr>
          </a:p>
          <a:p>
            <a:pPr>
              <a:spcAft>
                <a:spcPts val="800"/>
              </a:spcAft>
            </a:pPr>
            <a:r>
              <a:rPr sz="1500" b="1" dirty="0">
                <a:solidFill>
                  <a:srgbClr val="44546A"/>
                </a:solidFill>
              </a:rPr>
              <a:t>In-House Hire, Improving-Trained</a:t>
            </a:r>
          </a:p>
          <a:p>
            <a:r>
              <a:rPr sz="1100" dirty="0">
                <a:solidFill>
                  <a:srgbClr val="606060"/>
                </a:solidFill>
              </a:rPr>
              <a:t>Improving builds the platform and trains a client-hired technical resource during the build so they're ready to own maintenance at handoff. Improving stays available for larger future builds.</a:t>
            </a:r>
          </a:p>
        </p:txBody>
      </p:sp>
      <p:sp>
        <p:nvSpPr>
          <p:cNvPr id="13" name="Rounded Rectangle 12"/>
          <p:cNvSpPr/>
          <p:nvPr/>
        </p:nvSpPr>
        <p:spPr>
          <a:xfrm>
            <a:off x="4268313" y="3850000"/>
            <a:ext cx="80000" cy="1850000"/>
          </a:xfrm>
          <a:prstGeom prst="roundRect">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068313" y="3850000"/>
            <a:ext cx="3600000" cy="1850000"/>
          </a:xfrm>
          <a:prstGeom prst="roundRect">
            <a:avLst>
              <a:gd name="adj" fmla="val 4000"/>
            </a:avLst>
          </a:prstGeom>
          <a:solidFill>
            <a:srgbClr val="F7F9FC"/>
          </a:solidFill>
          <a:ln w="12700">
            <a:solidFill>
              <a:srgbClr val="4597D3"/>
            </a:solidFill>
          </a:ln>
          <a:effectLst/>
        </p:spPr>
        <p:style>
          <a:lnRef idx="1">
            <a:schemeClr val="accent1"/>
          </a:lnRef>
          <a:fillRef idx="3">
            <a:schemeClr val="accent1"/>
          </a:fillRef>
          <a:effectRef idx="2">
            <a:schemeClr val="accent1"/>
          </a:effectRef>
          <a:fontRef idx="minor">
            <a:schemeClr val="lt1"/>
          </a:fontRef>
        </p:style>
        <p:txBody>
          <a:bodyPr wrap="square" lIns="220000" tIns="150000" rIns="150000" rtlCol="0" anchor="ctr"/>
          <a:lstStyle/>
          <a:p>
            <a:pPr algn="ctr"/>
            <a:r>
              <a:rPr sz="1100" b="1" dirty="0">
                <a:solidFill>
                  <a:srgbClr val="4597D3"/>
                </a:solidFill>
              </a:rPr>
              <a:t>OPTION C</a:t>
            </a:r>
            <a:endParaRPr lang="en-US" sz="1100" b="1" dirty="0">
              <a:solidFill>
                <a:srgbClr val="4597D3"/>
              </a:solidFill>
            </a:endParaRPr>
          </a:p>
          <a:p>
            <a:pPr algn="ctr"/>
            <a:endParaRPr sz="1100" b="1" dirty="0">
              <a:solidFill>
                <a:srgbClr val="4597D3"/>
              </a:solidFill>
            </a:endParaRPr>
          </a:p>
          <a:p>
            <a:pPr>
              <a:spcAft>
                <a:spcPts val="800"/>
              </a:spcAft>
            </a:pPr>
            <a:r>
              <a:rPr sz="1500" b="1" dirty="0">
                <a:solidFill>
                  <a:srgbClr val="44546A"/>
                </a:solidFill>
              </a:rPr>
              <a:t>Lightweight Retainer (Future State)</a:t>
            </a:r>
          </a:p>
          <a:p>
            <a:r>
              <a:rPr sz="1100" dirty="0">
                <a:solidFill>
                  <a:srgbClr val="606060"/>
                </a:solidFill>
              </a:rPr>
              <a:t>A lower-touch, ticket-based retainer becomes viable once the platform stabilizes</a:t>
            </a:r>
            <a:r>
              <a:rPr lang="en-US" sz="1100" dirty="0">
                <a:solidFill>
                  <a:srgbClr val="606060"/>
                </a:solidFill>
              </a:rPr>
              <a:t>;</a:t>
            </a:r>
            <a:r>
              <a:rPr sz="1100" dirty="0">
                <a:solidFill>
                  <a:srgbClr val="606060"/>
                </a:solidFill>
              </a:rPr>
              <a:t> realistically a couple of years out, not a Day-1 choice.</a:t>
            </a:r>
          </a:p>
        </p:txBody>
      </p:sp>
      <p:sp>
        <p:nvSpPr>
          <p:cNvPr id="15" name="Rounded Rectangle 14"/>
          <p:cNvSpPr/>
          <p:nvPr/>
        </p:nvSpPr>
        <p:spPr>
          <a:xfrm>
            <a:off x="8068313" y="3850000"/>
            <a:ext cx="80000" cy="1850000"/>
          </a:xfrm>
          <a:prstGeom prst="roundRect">
            <a:avLst/>
          </a:prstGeom>
          <a:solidFill>
            <a:srgbClr val="4597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D8D352E-A71D-9046-2EF2-329965FDEF82}"/>
              </a:ext>
            </a:extLst>
          </p:cNvPr>
          <p:cNvSpPr txBox="1"/>
          <p:nvPr/>
        </p:nvSpPr>
        <p:spPr>
          <a:xfrm>
            <a:off x="468313" y="1529930"/>
            <a:ext cx="6097836" cy="400110"/>
          </a:xfrm>
          <a:prstGeom prst="rect">
            <a:avLst/>
          </a:prstGeom>
          <a:noFill/>
        </p:spPr>
        <p:txBody>
          <a:bodyPr wrap="square">
            <a:spAutoFit/>
          </a:bodyPr>
          <a:lstStyle/>
          <a:p>
            <a:r>
              <a:rPr lang="en-US" sz="2000" b="1" dirty="0">
                <a:solidFill>
                  <a:schemeClr val="accent2"/>
                </a:solidFill>
              </a:rPr>
              <a:t>Recommendations (subject to findings):</a:t>
            </a:r>
            <a:endParaRPr lang="en-US" dirty="0">
              <a:solidFill>
                <a:schemeClr val="accent2"/>
              </a:solidFill>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05668" cy="667808"/>
          </a:xfrm>
        </p:spPr>
        <p:txBody>
          <a:bodyPr anchor="b">
            <a:normAutofit/>
          </a:bodyPr>
          <a:lstStyle>
            <a:lvl1pPr>
              <a:defRPr sz="3200" b="1">
                <a:solidFill>
                  <a:srgbClr val="005596"/>
                </a:solidFill>
                <a:latin typeface="Poppins" pitchFamily="2" charset="77"/>
                <a:cs typeface="Poppins" pitchFamily="2" charset="77"/>
              </a:defRPr>
            </a:lvl1pPr>
          </a:lstStyle>
          <a:p>
            <a:r>
              <a:t>Discovery Engagement: Process &amp; Investment</a:t>
            </a:r>
          </a:p>
        </p:txBody>
      </p:sp>
      <p:sp>
        <p:nvSpPr>
          <p:cNvPr id="7" name="Text Placeholder 6">
            <a:extLst>
              <a:ext uri="{FF2B5EF4-FFF2-40B4-BE49-F238E27FC236}">
                <a16:creationId xmlns:a16="http://schemas.microsoft.com/office/drawing/2014/main" id="{8B772F0C-A603-1AAE-F130-CB75D94E66CB}"/>
              </a:ext>
            </a:extLst>
          </p:cNvPr>
          <p:cNvSpPr>
            <a:spLocks noGrp="1"/>
          </p:cNvSpPr>
          <p:nvPr>
            <p:ph type="body" sz="quarter" idx="11"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2000" b="0" i="0">
                <a:solidFill>
                  <a:schemeClr val="bg1">
                    <a:lumMod val="50000"/>
                  </a:schemeClr>
                </a:solidFill>
                <a:latin typeface="Poppins Medium" pitchFamily="2" charset="77"/>
                <a:cs typeface="Poppins Medium" pitchFamily="2" charset="77"/>
              </a:defRPr>
            </a:lvl1pPr>
          </a:lstStyle>
          <a:p>
            <a:r>
              <a:rPr lang="en-US" dirty="0"/>
              <a:t>Discovery to</a:t>
            </a:r>
            <a:r>
              <a:rPr dirty="0"/>
              <a:t> Phase 1 plan</a:t>
            </a:r>
          </a:p>
        </p:txBody>
      </p:sp>
      <p:sp>
        <p:nvSpPr>
          <p:cNvPr id="8" name="Oval 7"/>
          <p:cNvSpPr/>
          <p:nvPr/>
        </p:nvSpPr>
        <p:spPr>
          <a:xfrm>
            <a:off x="1290929" y="2150000"/>
            <a:ext cx="500000" cy="500000"/>
          </a:xfrm>
          <a:prstGeom prst="ellipse">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FFFFFF"/>
                </a:solidFill>
              </a:rPr>
              <a:t>1</a:t>
            </a:r>
          </a:p>
        </p:txBody>
      </p:sp>
      <p:sp>
        <p:nvSpPr>
          <p:cNvPr id="9" name="Rounded Rectangle 8"/>
          <p:cNvSpPr/>
          <p:nvPr/>
        </p:nvSpPr>
        <p:spPr>
          <a:xfrm>
            <a:off x="468313" y="2800000"/>
            <a:ext cx="2145232" cy="1750000"/>
          </a:xfrm>
          <a:prstGeom prst="roundRect">
            <a:avLst>
              <a:gd name="adj" fmla="val 6000"/>
            </a:avLst>
          </a:prstGeom>
          <a:solidFill>
            <a:srgbClr val="F7F9FC"/>
          </a:solidFill>
          <a:ln w="15875">
            <a:solidFill>
              <a:srgbClr val="5BC2A7"/>
            </a:solidFill>
          </a:ln>
          <a:effectLst/>
        </p:spPr>
        <p:style>
          <a:lnRef idx="1">
            <a:schemeClr val="accent1"/>
          </a:lnRef>
          <a:fillRef idx="3">
            <a:schemeClr val="accent1"/>
          </a:fillRef>
          <a:effectRef idx="2">
            <a:schemeClr val="accent1"/>
          </a:effectRef>
          <a:fontRef idx="minor">
            <a:schemeClr val="lt1"/>
          </a:fontRef>
        </p:style>
        <p:txBody>
          <a:bodyPr wrap="square" lIns="120000" tIns="150000" rIns="120000" rtlCol="0" anchor="t"/>
          <a:lstStyle/>
          <a:p>
            <a:pPr algn="ctr"/>
            <a:r>
              <a:rPr sz="1600" b="1" dirty="0">
                <a:solidFill>
                  <a:srgbClr val="44546A"/>
                </a:solidFill>
              </a:rPr>
              <a:t>Kickoff &amp;
Current-State Review</a:t>
            </a:r>
          </a:p>
          <a:p>
            <a:pPr algn="ctr">
              <a:spcBef>
                <a:spcPts val="800"/>
              </a:spcBef>
            </a:pPr>
            <a:endParaRPr lang="en-US" sz="1400" dirty="0">
              <a:solidFill>
                <a:srgbClr val="5BC2A7"/>
              </a:solidFill>
            </a:endParaRPr>
          </a:p>
          <a:p>
            <a:pPr algn="ctr">
              <a:spcBef>
                <a:spcPts val="800"/>
              </a:spcBef>
            </a:pPr>
            <a:r>
              <a:rPr sz="1400" dirty="0">
                <a:solidFill>
                  <a:srgbClr val="5BC2A7"/>
                </a:solidFill>
              </a:rPr>
              <a:t>Week 1</a:t>
            </a:r>
          </a:p>
        </p:txBody>
      </p:sp>
      <p:sp>
        <p:nvSpPr>
          <p:cNvPr id="10" name="Chevron 9"/>
          <p:cNvSpPr/>
          <p:nvPr/>
        </p:nvSpPr>
        <p:spPr>
          <a:xfrm>
            <a:off x="2643545" y="2330000"/>
            <a:ext cx="100000" cy="180000"/>
          </a:xfrm>
          <a:prstGeom prst="chevron">
            <a:avLst/>
          </a:prstGeom>
          <a:solidFill>
            <a:srgbClr val="C8D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556161" y="2150000"/>
            <a:ext cx="500000" cy="500000"/>
          </a:xfrm>
          <a:prstGeom prst="ellipse">
            <a:avLst/>
          </a:prstGeom>
          <a:solidFill>
            <a:srgbClr val="4597D3"/>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FFFFFF"/>
                </a:solidFill>
              </a:rPr>
              <a:t>2</a:t>
            </a:r>
          </a:p>
        </p:txBody>
      </p:sp>
      <p:sp>
        <p:nvSpPr>
          <p:cNvPr id="12" name="Rounded Rectangle 11"/>
          <p:cNvSpPr/>
          <p:nvPr/>
        </p:nvSpPr>
        <p:spPr>
          <a:xfrm>
            <a:off x="2733545" y="2800000"/>
            <a:ext cx="2145232" cy="1750000"/>
          </a:xfrm>
          <a:prstGeom prst="roundRect">
            <a:avLst>
              <a:gd name="adj" fmla="val 6000"/>
            </a:avLst>
          </a:prstGeom>
          <a:solidFill>
            <a:srgbClr val="F7F9FC"/>
          </a:solidFill>
          <a:ln w="15875">
            <a:solidFill>
              <a:srgbClr val="4597D3"/>
            </a:solidFill>
          </a:ln>
          <a:effectLst/>
        </p:spPr>
        <p:style>
          <a:lnRef idx="1">
            <a:schemeClr val="accent1"/>
          </a:lnRef>
          <a:fillRef idx="3">
            <a:schemeClr val="accent1"/>
          </a:fillRef>
          <a:effectRef idx="2">
            <a:schemeClr val="accent1"/>
          </a:effectRef>
          <a:fontRef idx="minor">
            <a:schemeClr val="lt1"/>
          </a:fontRef>
        </p:style>
        <p:txBody>
          <a:bodyPr wrap="square" lIns="120000" tIns="150000" rIns="120000" rtlCol="0" anchor="t"/>
          <a:lstStyle/>
          <a:p>
            <a:pPr algn="ctr"/>
            <a:r>
              <a:rPr sz="1600" b="1" dirty="0">
                <a:solidFill>
                  <a:srgbClr val="44546A"/>
                </a:solidFill>
              </a:rPr>
              <a:t>Stakeholder
Workshops</a:t>
            </a:r>
          </a:p>
          <a:p>
            <a:pPr algn="ctr">
              <a:spcBef>
                <a:spcPts val="800"/>
              </a:spcBef>
            </a:pPr>
            <a:endParaRPr lang="en-US" sz="1400" dirty="0">
              <a:solidFill>
                <a:srgbClr val="4597D3"/>
              </a:solidFill>
            </a:endParaRPr>
          </a:p>
          <a:p>
            <a:pPr algn="ctr">
              <a:spcBef>
                <a:spcPts val="800"/>
              </a:spcBef>
            </a:pPr>
            <a:r>
              <a:rPr sz="1400" dirty="0">
                <a:solidFill>
                  <a:srgbClr val="4597D3"/>
                </a:solidFill>
              </a:rPr>
              <a:t>Weeks 1–2</a:t>
            </a:r>
          </a:p>
        </p:txBody>
      </p:sp>
      <p:sp>
        <p:nvSpPr>
          <p:cNvPr id="13" name="Chevron 12"/>
          <p:cNvSpPr/>
          <p:nvPr/>
        </p:nvSpPr>
        <p:spPr>
          <a:xfrm>
            <a:off x="4908777" y="2330000"/>
            <a:ext cx="100000" cy="180000"/>
          </a:xfrm>
          <a:prstGeom prst="chevron">
            <a:avLst/>
          </a:prstGeom>
          <a:solidFill>
            <a:srgbClr val="C8D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821393" y="2150000"/>
            <a:ext cx="500000" cy="500000"/>
          </a:xfrm>
          <a:prstGeom prst="ellipse">
            <a:avLst/>
          </a:prstGeom>
          <a:solidFill>
            <a:srgbClr val="00559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FFFFFF"/>
                </a:solidFill>
              </a:rPr>
              <a:t>3</a:t>
            </a:r>
          </a:p>
        </p:txBody>
      </p:sp>
      <p:sp>
        <p:nvSpPr>
          <p:cNvPr id="15" name="Rounded Rectangle 14"/>
          <p:cNvSpPr/>
          <p:nvPr/>
        </p:nvSpPr>
        <p:spPr>
          <a:xfrm>
            <a:off x="4998777" y="2800000"/>
            <a:ext cx="2145232" cy="1750000"/>
          </a:xfrm>
          <a:prstGeom prst="roundRect">
            <a:avLst>
              <a:gd name="adj" fmla="val 6000"/>
            </a:avLst>
          </a:prstGeom>
          <a:solidFill>
            <a:srgbClr val="F7F9FC"/>
          </a:solidFill>
          <a:ln w="15875">
            <a:solidFill>
              <a:srgbClr val="005596"/>
            </a:solidFill>
          </a:ln>
          <a:effectLst/>
        </p:spPr>
        <p:style>
          <a:lnRef idx="1">
            <a:schemeClr val="accent1"/>
          </a:lnRef>
          <a:fillRef idx="3">
            <a:schemeClr val="accent1"/>
          </a:fillRef>
          <a:effectRef idx="2">
            <a:schemeClr val="accent1"/>
          </a:effectRef>
          <a:fontRef idx="minor">
            <a:schemeClr val="lt1"/>
          </a:fontRef>
        </p:style>
        <p:txBody>
          <a:bodyPr wrap="square" lIns="120000" tIns="150000" rIns="120000" rtlCol="0" anchor="t"/>
          <a:lstStyle/>
          <a:p>
            <a:pPr algn="ctr"/>
            <a:r>
              <a:rPr sz="1600" b="1" dirty="0">
                <a:solidFill>
                  <a:srgbClr val="44546A"/>
                </a:solidFill>
              </a:rPr>
              <a:t>Full-Platform
Vision Mapping</a:t>
            </a:r>
          </a:p>
          <a:p>
            <a:pPr algn="ctr">
              <a:spcBef>
                <a:spcPts val="800"/>
              </a:spcBef>
            </a:pPr>
            <a:endParaRPr lang="en-US" sz="1400" dirty="0">
              <a:solidFill>
                <a:srgbClr val="005596"/>
              </a:solidFill>
            </a:endParaRPr>
          </a:p>
          <a:p>
            <a:pPr algn="ctr">
              <a:spcBef>
                <a:spcPts val="800"/>
              </a:spcBef>
            </a:pPr>
            <a:r>
              <a:rPr sz="1400" dirty="0">
                <a:solidFill>
                  <a:srgbClr val="005596"/>
                </a:solidFill>
              </a:rPr>
              <a:t>Weeks 2–4</a:t>
            </a:r>
          </a:p>
        </p:txBody>
      </p:sp>
      <p:sp>
        <p:nvSpPr>
          <p:cNvPr id="16" name="Chevron 15"/>
          <p:cNvSpPr/>
          <p:nvPr/>
        </p:nvSpPr>
        <p:spPr>
          <a:xfrm>
            <a:off x="7174009" y="2330000"/>
            <a:ext cx="100000" cy="180000"/>
          </a:xfrm>
          <a:prstGeom prst="chevron">
            <a:avLst/>
          </a:prstGeom>
          <a:solidFill>
            <a:srgbClr val="C8D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086625" y="2150000"/>
            <a:ext cx="500000" cy="500000"/>
          </a:xfrm>
          <a:prstGeom prst="ellipse">
            <a:avLst/>
          </a:prstGeom>
          <a:solidFill>
            <a:srgbClr val="FF9300"/>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FFFFFF"/>
                </a:solidFill>
              </a:rPr>
              <a:t>4</a:t>
            </a:r>
          </a:p>
        </p:txBody>
      </p:sp>
      <p:sp>
        <p:nvSpPr>
          <p:cNvPr id="18" name="Rounded Rectangle 17"/>
          <p:cNvSpPr/>
          <p:nvPr/>
        </p:nvSpPr>
        <p:spPr>
          <a:xfrm>
            <a:off x="7264009" y="2800000"/>
            <a:ext cx="2145232" cy="1750000"/>
          </a:xfrm>
          <a:prstGeom prst="roundRect">
            <a:avLst>
              <a:gd name="adj" fmla="val 6000"/>
            </a:avLst>
          </a:prstGeom>
          <a:solidFill>
            <a:srgbClr val="F7F9FC"/>
          </a:solidFill>
          <a:ln w="15875">
            <a:solidFill>
              <a:srgbClr val="FF9300"/>
            </a:solidFill>
          </a:ln>
          <a:effectLst/>
        </p:spPr>
        <p:style>
          <a:lnRef idx="1">
            <a:schemeClr val="accent1"/>
          </a:lnRef>
          <a:fillRef idx="3">
            <a:schemeClr val="accent1"/>
          </a:fillRef>
          <a:effectRef idx="2">
            <a:schemeClr val="accent1"/>
          </a:effectRef>
          <a:fontRef idx="minor">
            <a:schemeClr val="lt1"/>
          </a:fontRef>
        </p:style>
        <p:txBody>
          <a:bodyPr wrap="square" lIns="120000" tIns="150000" rIns="120000" rtlCol="0" anchor="t"/>
          <a:lstStyle/>
          <a:p>
            <a:pPr algn="ctr"/>
            <a:r>
              <a:rPr sz="1600" b="1" dirty="0">
                <a:solidFill>
                  <a:srgbClr val="44546A"/>
                </a:solidFill>
              </a:rPr>
              <a:t>Architecture &amp;
Cloud Strategy</a:t>
            </a:r>
          </a:p>
          <a:p>
            <a:pPr algn="ctr">
              <a:spcBef>
                <a:spcPts val="800"/>
              </a:spcBef>
            </a:pPr>
            <a:endParaRPr lang="en-US" sz="1400" dirty="0">
              <a:solidFill>
                <a:srgbClr val="FF9300"/>
              </a:solidFill>
            </a:endParaRPr>
          </a:p>
          <a:p>
            <a:pPr algn="ctr">
              <a:spcBef>
                <a:spcPts val="800"/>
              </a:spcBef>
            </a:pPr>
            <a:r>
              <a:rPr sz="1400" dirty="0">
                <a:solidFill>
                  <a:srgbClr val="FF9300"/>
                </a:solidFill>
              </a:rPr>
              <a:t>Weeks 4–5</a:t>
            </a:r>
          </a:p>
        </p:txBody>
      </p:sp>
      <p:sp>
        <p:nvSpPr>
          <p:cNvPr id="19" name="Chevron 18"/>
          <p:cNvSpPr/>
          <p:nvPr/>
        </p:nvSpPr>
        <p:spPr>
          <a:xfrm>
            <a:off x="9439241" y="2330000"/>
            <a:ext cx="100000" cy="180000"/>
          </a:xfrm>
          <a:prstGeom prst="chevron">
            <a:avLst/>
          </a:prstGeom>
          <a:solidFill>
            <a:srgbClr val="C8D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351857" y="2150000"/>
            <a:ext cx="500000" cy="50000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FFFFFF"/>
                </a:solidFill>
              </a:rPr>
              <a:t>5</a:t>
            </a:r>
          </a:p>
        </p:txBody>
      </p:sp>
      <p:sp>
        <p:nvSpPr>
          <p:cNvPr id="21" name="Rounded Rectangle 20"/>
          <p:cNvSpPr/>
          <p:nvPr/>
        </p:nvSpPr>
        <p:spPr>
          <a:xfrm>
            <a:off x="9529241" y="2800000"/>
            <a:ext cx="2145232" cy="1750000"/>
          </a:xfrm>
          <a:prstGeom prst="roundRect">
            <a:avLst>
              <a:gd name="adj" fmla="val 6000"/>
            </a:avLst>
          </a:prstGeom>
          <a:solidFill>
            <a:srgbClr val="F7F9FC"/>
          </a:solidFill>
          <a:ln w="15875">
            <a:solidFill>
              <a:srgbClr val="44546A"/>
            </a:solidFill>
          </a:ln>
          <a:effectLst/>
        </p:spPr>
        <p:style>
          <a:lnRef idx="1">
            <a:schemeClr val="accent1"/>
          </a:lnRef>
          <a:fillRef idx="3">
            <a:schemeClr val="accent1"/>
          </a:fillRef>
          <a:effectRef idx="2">
            <a:schemeClr val="accent1"/>
          </a:effectRef>
          <a:fontRef idx="minor">
            <a:schemeClr val="lt1"/>
          </a:fontRef>
        </p:style>
        <p:txBody>
          <a:bodyPr wrap="square" lIns="120000" tIns="150000" rIns="120000" rtlCol="0" anchor="t"/>
          <a:lstStyle/>
          <a:p>
            <a:pPr algn="ctr"/>
            <a:r>
              <a:rPr sz="1600" b="1" dirty="0">
                <a:solidFill>
                  <a:srgbClr val="44546A"/>
                </a:solidFill>
              </a:rPr>
              <a:t>Phase 1 Estimate
&amp; Readout</a:t>
            </a:r>
          </a:p>
          <a:p>
            <a:pPr algn="ctr">
              <a:spcBef>
                <a:spcPts val="800"/>
              </a:spcBef>
            </a:pPr>
            <a:endParaRPr lang="en-US" sz="1400" dirty="0">
              <a:solidFill>
                <a:srgbClr val="44546A"/>
              </a:solidFill>
            </a:endParaRPr>
          </a:p>
          <a:p>
            <a:pPr algn="ctr">
              <a:spcBef>
                <a:spcPts val="800"/>
              </a:spcBef>
            </a:pPr>
            <a:r>
              <a:rPr sz="1400" dirty="0">
                <a:solidFill>
                  <a:srgbClr val="44546A"/>
                </a:solidFill>
              </a:rPr>
              <a:t>Week 6</a:t>
            </a:r>
          </a:p>
        </p:txBody>
      </p:sp>
      <p:sp>
        <p:nvSpPr>
          <p:cNvPr id="22" name="Rounded Rectangle 21"/>
          <p:cNvSpPr/>
          <p:nvPr/>
        </p:nvSpPr>
        <p:spPr>
          <a:xfrm>
            <a:off x="468313" y="4700000"/>
            <a:ext cx="11206162" cy="60000"/>
          </a:xfrm>
          <a:prstGeom prst="roundRect">
            <a:avLst/>
          </a:prstGeom>
          <a:solidFill>
            <a:srgbClr val="C8D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8313" y="4790000"/>
            <a:ext cx="11206162" cy="300000"/>
          </a:xfrm>
          <a:prstGeom prst="rect">
            <a:avLst/>
          </a:prstGeom>
          <a:noFill/>
        </p:spPr>
        <p:txBody>
          <a:bodyPr wrap="none">
            <a:spAutoFit/>
          </a:bodyPr>
          <a:lstStyle/>
          <a:p>
            <a:pPr algn="ctr"/>
            <a:r>
              <a:rPr sz="1100" b="1">
                <a:solidFill>
                  <a:srgbClr val="606060"/>
                </a:solidFill>
              </a:rPr>
              <a:t>6 WEEKS, START TO FINISH</a:t>
            </a:r>
          </a:p>
        </p:txBody>
      </p:sp>
      <p:sp>
        <p:nvSpPr>
          <p:cNvPr id="24" name="Rounded Rectangle 23"/>
          <p:cNvSpPr/>
          <p:nvPr/>
        </p:nvSpPr>
        <p:spPr>
          <a:xfrm>
            <a:off x="468313" y="5250000"/>
            <a:ext cx="11206162" cy="700000"/>
          </a:xfrm>
          <a:prstGeom prst="roundRect">
            <a:avLst>
              <a:gd name="adj" fmla="val 10000"/>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wrap="square" lIns="300000" rtlCol="0" anchor="ctr"/>
          <a:lstStyle/>
          <a:p>
            <a:pPr algn="ctr"/>
            <a:r>
              <a:rPr sz="1800" b="1" dirty="0">
                <a:solidFill>
                  <a:srgbClr val="44546A"/>
                </a:solidFill>
              </a:rPr>
              <a:t>INVESTMENT: </a:t>
            </a:r>
            <a:r>
              <a:rPr sz="1800" i="1" dirty="0">
                <a:solidFill>
                  <a:srgbClr val="44546A"/>
                </a:solidFill>
              </a:rPr>
              <a:t>[ to be finalized ]</a:t>
            </a:r>
          </a:p>
        </p:txBody>
      </p:sp>
    </p:spTree>
  </p:cSld>
  <p:clrMapOvr>
    <a:masterClrMapping/>
  </p:clrMapOvr>
  <p:transition spd="med"/>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4597D3"/>
      </a:accent1>
      <a:accent2>
        <a:srgbClr val="005596"/>
      </a:accent2>
      <a:accent3>
        <a:srgbClr val="FF9300"/>
      </a:accent3>
      <a:accent4>
        <a:srgbClr val="5BC2A7"/>
      </a:accent4>
      <a:accent5>
        <a:srgbClr val="606060"/>
      </a:accent5>
      <a:accent6>
        <a:srgbClr val="F5BB41"/>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4B57B89F6F46A48A164DF00BA50A51C" ma:contentTypeVersion="17" ma:contentTypeDescription="Create a new document." ma:contentTypeScope="" ma:versionID="13914a03fbecc1e726daa6b41488eaea">
  <xsd:schema xmlns:xsd="http://www.w3.org/2001/XMLSchema" xmlns:xs="http://www.w3.org/2001/XMLSchema" xmlns:p="http://schemas.microsoft.com/office/2006/metadata/properties" xmlns:ns2="ee986c11-8469-4444-b797-303b6bf690a1" xmlns:ns3="8853d289-f393-46fe-9750-79d7fbe372e2" targetNamespace="http://schemas.microsoft.com/office/2006/metadata/properties" ma:root="true" ma:fieldsID="5a9789bd531938f65d533029cfbd27e4" ns2:_="" ns3:_="">
    <xsd:import namespace="ee986c11-8469-4444-b797-303b6bf690a1"/>
    <xsd:import namespace="8853d289-f393-46fe-9750-79d7fbe372e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lcf76f155ced4ddcb4097134ff3c332f" minOccurs="0"/>
                <xsd:element ref="ns3:TaxCatchAll"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986c11-8469-4444-b797-303b6bf690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3ec4b94-83e3-4fb0-b3dc-ba71559991ca" ma:termSetId="09814cd3-568e-fe90-9814-8d621ff8fb84" ma:anchorId="fba54fb3-c3e1-fe81-a776-ca4b69148c4d" ma:open="true" ma:isKeyword="false">
      <xsd:complexType>
        <xsd:sequence>
          <xsd:element ref="pc:Terms" minOccurs="0" maxOccurs="1"/>
        </xsd:sequence>
      </xsd:complex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853d289-f393-46fe-9750-79d7fbe372e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7a940531-377e-48f1-8533-fdfa2af04703}" ma:internalName="TaxCatchAll" ma:showField="CatchAllData" ma:web="8853d289-f393-46fe-9750-79d7fbe372e2">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8853d289-f393-46fe-9750-79d7fbe372e2" xsi:nil="true"/>
    <lcf76f155ced4ddcb4097134ff3c332f xmlns="ee986c11-8469-4444-b797-303b6bf690a1">
      <Terms xmlns="http://schemas.microsoft.com/office/infopath/2007/PartnerControls"/>
    </lcf76f155ced4ddcb4097134ff3c332f>
    <SharedWithUsers xmlns="8853d289-f393-46fe-9750-79d7fbe372e2">
      <UserInfo>
        <DisplayName>Glen Gordon</DisplayName>
        <AccountId>298</AccountId>
        <AccountType/>
      </UserInfo>
    </SharedWithUsers>
    <MediaLengthInSeconds xmlns="ee986c11-8469-4444-b797-303b6bf690a1" xsi:nil="true"/>
  </documentManagement>
</p:properties>
</file>

<file path=customXml/itemProps1.xml><?xml version="1.0" encoding="utf-8"?>
<ds:datastoreItem xmlns:ds="http://schemas.openxmlformats.org/officeDocument/2006/customXml" ds:itemID="{7108B0CD-7339-4C7A-82F7-014288485001}">
  <ds:schemaRefs>
    <ds:schemaRef ds:uri="http://schemas.microsoft.com/sharepoint/v3/contenttype/forms"/>
  </ds:schemaRefs>
</ds:datastoreItem>
</file>

<file path=customXml/itemProps2.xml><?xml version="1.0" encoding="utf-8"?>
<ds:datastoreItem xmlns:ds="http://schemas.openxmlformats.org/officeDocument/2006/customXml" ds:itemID="{847836F6-29DF-4BE0-A3F5-8AE5D448B7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986c11-8469-4444-b797-303b6bf690a1"/>
    <ds:schemaRef ds:uri="8853d289-f393-46fe-9750-79d7fbe372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12423F8-1E51-4C77-9BE7-BB24B6F8B93A}">
  <ds:schemaRefs>
    <ds:schemaRef ds:uri="http://schemas.microsoft.com/office/2006/metadata/properties"/>
    <ds:schemaRef ds:uri="http://purl.org/dc/terms/"/>
    <ds:schemaRef ds:uri="http://schemas.microsoft.com/office/infopath/2007/PartnerControls"/>
    <ds:schemaRef ds:uri="http://www.w3.org/XML/1998/namespace"/>
    <ds:schemaRef ds:uri="http://schemas.microsoft.com/office/2006/documentManagement/types"/>
    <ds:schemaRef ds:uri="ee986c11-8469-4444-b797-303b6bf690a1"/>
    <ds:schemaRef ds:uri="http://purl.org/dc/elements/1.1/"/>
    <ds:schemaRef ds:uri="http://purl.org/dc/dcmitype/"/>
    <ds:schemaRef ds:uri="http://schemas.openxmlformats.org/package/2006/metadata/core-properties"/>
    <ds:schemaRef ds:uri="8853d289-f393-46fe-9750-79d7fbe372e2"/>
  </ds:schemaRefs>
</ds:datastoreItem>
</file>

<file path=docProps/app.xml><?xml version="1.0" encoding="utf-8"?>
<Properties xmlns="http://schemas.openxmlformats.org/officeDocument/2006/extended-properties" xmlns:vt="http://schemas.openxmlformats.org/officeDocument/2006/docPropsVTypes">
  <Template/>
  <TotalTime>2495</TotalTime>
  <Words>838</Words>
  <Application>Microsoft Macintosh PowerPoint</Application>
  <PresentationFormat>Widescreen</PresentationFormat>
  <Paragraphs>97</Paragraphs>
  <Slides>8</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vt:i4>
      </vt:variant>
    </vt:vector>
  </HeadingPairs>
  <TitlesOfParts>
    <vt:vector size="19" baseType="lpstr">
      <vt:lpstr>Calibri</vt:lpstr>
      <vt:lpstr>Poppins SemiBold</vt:lpstr>
      <vt:lpstr>Poppins</vt:lpstr>
      <vt:lpstr>Khula</vt:lpstr>
      <vt:lpstr>Avenir Next Medium</vt:lpstr>
      <vt:lpstr>Khula SemiBold</vt:lpstr>
      <vt:lpstr>Poppins Medium</vt:lpstr>
      <vt:lpstr>Century Gothic</vt:lpstr>
      <vt:lpstr>Calibri Light</vt:lpstr>
      <vt:lpstr>Arial</vt:lpstr>
      <vt:lpstr>Office Theme</vt:lpstr>
      <vt:lpstr>Santa’s Wonderland</vt:lpstr>
      <vt:lpstr>Project Background</vt:lpstr>
      <vt:lpstr>The Vision: One Brand, Every Day of the Year</vt:lpstr>
      <vt:lpstr>Brands, Partners, and Certifications</vt:lpstr>
      <vt:lpstr>Recommended Approach </vt:lpstr>
      <vt:lpstr>Discovery &amp; Assessment: What It Delivers</vt:lpstr>
      <vt:lpstr>Platform &amp; Delivery Recommendations</vt:lpstr>
      <vt:lpstr>Discovery Engagement: Process &amp; Investment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Rebeca Aguilar Rodriguez</dc:creator>
  <cp:lastModifiedBy>David O'Hara</cp:lastModifiedBy>
  <cp:revision>68</cp:revision>
  <dcterms:created xsi:type="dcterms:W3CDTF">2022-06-17T16:05:43Z</dcterms:created>
  <dcterms:modified xsi:type="dcterms:W3CDTF">2026-07-22T15:51:25Z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0x01010054B57B89F6F46A48A164DF00BA50A51C</vt:lpwstr>
  </property>
  <property fmtid="{D5CDD505-2E9C-101B-9397-08002B2CF9AE}" pid="3" name="MediaServiceImageTags">
    <vt:lpwstr/>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bool>false</vt:bool>
  </property>
</Properties>
</file>
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14800" dirty="0"/>
          </a:p>
        </p:txBody>
      </p:sp>
      <p:sp>
        <p:nvSpPr>
          <p:cNvPr id="3" name="Shape 1"/>
          <p:cNvSpPr/>
          <p:nvPr/>
        </p:nvSpPr>
        <p:spPr>
          <a:xfrm>
            <a:off x="5349240" y="777240"/>
            <a:ext cx="6217920" cy="1188720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32120" y="8686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enterprises using AI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cutting headcount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49240" y="2148840"/>
            <a:ext cx="6217920" cy="1097280"/>
          </a:xfrm>
          <a:prstGeom prst="rect">
            <a:avLst/>
          </a:prstGeom>
          <a:solidFill>
            <a:srgbClr val="252545"/>
          </a:solidFill>
          <a:ln w="12700">
            <a:solidFill>
              <a:srgbClr val="F5BB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2120" y="22402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cuts are not generating ROI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3364992"/>
            <a:ext cx="11704320" cy="54864"/>
          </a:xfrm>
          <a:prstGeom prst="rect">
            <a:avLst/>
          </a:prstGeom>
          <a:solidFill>
            <a:srgbClr val="5BC2A7"/>
          </a:solidFill>
          <a:ln w="12700">
            <a:solidFill>
              <a:srgbClr val="5BC2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02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Gartner: AI Layoffs Do Not Deliver Returns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9593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 Poitevin, VP Analyst — Autonomous Business Study, May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global executives surveyed (Q3 2025)  ·  Organizations with $1B+ revenue  ·  AI agents / intelligent automation deployed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Headcount Is the Wrong Lever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High-ROI and low-ROI organizations cut headcount at the same rate. What separates them is how they use 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5440680" cy="2697480"/>
          </a:xfrm>
          <a:prstGeom prst="rect">
            <a:avLst/>
          </a:prstGeom>
          <a:solidFill>
            <a:srgbClr val="FFF5F5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5440680" cy="731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81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What Doesn't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Treating AI as a headcount reduction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5117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Assuming layoff cost savings will show up in P&amp;L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266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Deploying autonomous tech without investing in people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5021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Measuring AI ROI only through workforce reduction rates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40680" cy="2697480"/>
          </a:xfrm>
          <a:prstGeom prst="rect">
            <a:avLst/>
          </a:prstGeom>
          <a:solidFill>
            <a:srgbClr val="F2FBF8"/>
          </a:solidFill>
          <a:ln w="12700">
            <a:solidFill>
              <a:srgbClr val="5BC2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17320"/>
            <a:ext cx="5440680" cy="73152"/>
          </a:xfrm>
          <a:prstGeom prst="rect">
            <a:avLst/>
          </a:prstGeom>
          <a:solidFill>
            <a:srgbClr val="5BC2A7"/>
          </a:solidFill>
          <a:ln w="12700">
            <a:solidFill>
              <a:srgbClr val="5BC2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581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Actually Works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075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People amplification — AI makes workers more productive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55117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Training employees to use AI in actual workflows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0266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Upskilling people to build their own agents &amp; automations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5021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Treating headcount as a capability asset, not a cost to cut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11247120" cy="530352"/>
          </a:xfrm>
          <a:prstGeom prst="rect">
            <a:avLst/>
          </a:prstGeom>
          <a:solidFill>
            <a:srgbClr val="005596"/>
          </a:solidFill>
          <a:ln w="12700">
            <a:solidFill>
              <a:srgbClr val="0055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462272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"Chasing value only through headcount reduction is likely to lead most organizations down a path of limited returns."  — Helen Poitevin, Gartner VP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5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Gartner's roadmap for organizations that want to actually extract value from 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486400" cy="1572768"/>
          </a:xfrm>
          <a:prstGeom prst="rect">
            <a:avLst/>
          </a:prstGeom>
          <a:solidFill>
            <a:srgbClr val="003D6B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356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45389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People, Not Just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4708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employees to use AI in their actual workflows. High-ROI companies upskill workers to build their own agents and automations.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325880"/>
            <a:ext cx="5486400" cy="1572768"/>
          </a:xfrm>
          <a:prstGeom prst="rect">
            <a:avLst/>
          </a:prstGeom>
          <a:solidFill>
            <a:srgbClr val="003D6B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4356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145389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Amplify, Don't Replace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84708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the frame: AI is a productivity multiplier, not a headcount solution. Workers + AI outperform AI alone.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81528"/>
            <a:ext cx="5486400" cy="1572768"/>
          </a:xfrm>
          <a:prstGeom prst="rect">
            <a:avLst/>
          </a:prstGeom>
          <a:solidFill>
            <a:srgbClr val="003D6B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9125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320954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Right Things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602736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does not show up in headcount reduction. Measure workflow efficiency, output quality, and revenue per employee.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81528"/>
            <a:ext cx="5486400" cy="1572768"/>
          </a:xfrm>
          <a:prstGeom prst="rect">
            <a:avLst/>
          </a:prstGeom>
          <a:solidFill>
            <a:srgbClr val="003D6B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319125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320954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2028–29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602736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predicts autonomous business will be a net-positive job creator by 2028–29. New categories of work AI cannot absorb are coming.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0017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Gartner, May 2026 — Helen Poitevin, VP Analyst  |  gartner.com/en/newsroom/press-releases/2026-05-05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2026-06-01T14:43:26Z</dcterms:created>
  <dcterms:modified xsi:type="dcterms:W3CDTF">2026-06-01T14:43:26Z</dcterms:modified>
</cp:coreProperties>
</file>
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by Clients,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Cloned by Criminals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clients are scoring you with AI. Criminals are impersonating you with AI.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041648"/>
            <a:ext cx="2286000" cy="64008"/>
          </a:xfrm>
          <a:prstGeom prst="rect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4041648"/>
            <a:ext cx="2286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GRADING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YPO Technology Network AI Brief  |  Stephen Forte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08760" y="2286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Grading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CLIENTS WANT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0" y="12710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corporate clients consider AI-enabled quality improvements essential or very important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most of their providers actually deliver it — a 72-point gap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$143B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31912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U.S. professional services revenue in active reconsideration based on AI delivery within 12 months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GAP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34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12710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clients will reconsider provider relationships within 12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80760" y="22311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put more than $1M in annual work at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80760" y="3191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professionals say their organizations fall short of AI's potential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Thomson Reuters Future of Professionals 2026 — survey of 1,816 professionals across 62 countries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08760" y="2286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Firms: Shadow AI and Talent Risk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SIGNAL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12710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professionals are considering leaving within 2 years if the AI value gap persists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22311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access to professional-grade AI would factor into accepting a new role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31912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already using AI tools every week — demand exists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TIME BOMB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34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12710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lawyers, accountants, and compliance pros are using unsanctioned AI — without IT visibility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80760" y="22311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access to professional-grade AI that meets confidentiality and accuracy standards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80760" y="3191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considering leaving within 12 months — the most capable people move first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"Shadow AI is not a compliance problem. It's an adoption failure that created a compliance problem."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Thomson Reuters Future of Professionals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17320" y="228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Cloning: The Phone Call Attack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CRIMINAL PLAYBOOK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83080" y="12710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audio is all that's needed to create a convincing voice clone of anyone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83080" y="22311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vishing (voice phishing) attacks in 2025 driven by AI voice cloning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1912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loss rate — nearly 4 in 5 people who engage with a convincing clone call lose money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$2.3B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172200" y="12710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Americans to AI voice cloning scams in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172200" y="22311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deepfake vishing in Q1 2025 vs Q4 2024 (U.S.)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&gt;1,000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172200" y="31912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scam calls per day received by major retailers — at scale, industrially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 is not technology — it's a shared code word protocol between executives and their assistants.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FBI via NBC Palm Springs (Jun 2026)  |  CNN (May 2026)  |  The World Data AI Fraud Statistics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Threats. One Deadline.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E2545"/>
          </a:solidFill>
          <a:ln w="19050">
            <a:solidFill>
              <a:srgbClr val="E0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$143B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client revenue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reconsideration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E2545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providers 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delivering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1E254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88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loss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voice clone calls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E2545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QUESTION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6440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in the 6% that's delivering AI? </a:t>
            </a:r>
            <a:pPr algn="l" indent="0" marL="0">
              <a:buNone/>
            </a:pPr>
            <a:r>
              <a:rPr lang="en-US" sz="1400" dirty="0">
                <a:solidFill>
                  <a:srgbClr val="E0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are your clients already grading you?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team defenseless when the phone rings?  </a:t>
            </a:r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word costs nothing.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"Closing the execution gap is now a business imperative for professional firms." — Steve Hasker, CEO Thomson Reuters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Thomson Reuters Future of Professionals 2026  |  YPO Technology Network AI Brief — June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Graded by Clients, Cloned by Criminals</dc:title>
  <dc:subject>PptxGenJS Presentation</dc:subject>
  <dc:creator>Harper / Improving</dc:creator>
  <cp:lastModifiedBy>Harper / Improving</cp:lastModifiedBy>
  <cp:revision>1</cp:revision>
  <dcterms:created xsi:type="dcterms:W3CDTF">2026-07-01T19:44:37Z</dcterms:created>
  <dcterms:modified xsi:type="dcterms:W3CDTF">2026-07-01T19:44:37Z</dcterms:modified>
</cp:coreProperties>
</file>
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274320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E0A94E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743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37360" y="274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operating system. Built like a body.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model. The structure everything attaches 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06824" y="233172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B2540"/>
          </a:solidFill>
          <a:ln w="19050">
            <a:solidFill>
              <a:srgbClr val="E0A9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514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Circulatory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35424" y="299008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Context. The shared state that flows everywhere.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35424" y="388620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COMPANIES SKIP THIS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233172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25146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5048" y="299008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tools that do the work.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548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Nervous system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52303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Coordination. Orchestration.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06824" y="457200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47548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35424" y="52303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judgment. Still you.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6448" y="4572000"/>
            <a:ext cx="3575304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475488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</a:t>
            </a:r>
            <a:pPr indent="0" marL="0">
              <a:buNone/>
            </a:pPr>
            <a:r>
              <a:rPr lang="en-US" sz="17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system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85048" y="523036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problems before they become a crisis.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theaiboss.ai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Next Build</dc:title>
  <dc:subject>PptxGenJS Presentation</dc:subject>
  <dc:creator>The AI Boss</dc:creator>
  <cp:lastModifiedBy>The AI Boss</cp:lastModifiedBy>
  <cp:revision>1</cp:revision>
  <dcterms:created xsi:type="dcterms:W3CDTF">2026-07-10T15:57:58Z</dcterms:created>
  <dcterms:modified xsi:type="dcterms:W3CDTF">2026-07-10T15:57:58Z</dcterms:modified>
</cp:coreProperties>
</file>
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Agents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Data and Money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246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leaving your org through public repos. API spend burning through failed retry loops.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041648"/>
            <a:ext cx="2286000" cy="64008"/>
          </a:xfrm>
          <a:prstGeom prst="rect">
            <a:avLst/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240" y="4041648"/>
            <a:ext cx="2286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LEAKS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WASTE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YPO Technology Network AI Brief  |  Stephen Forte  |  June/July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Million Secrets Hit Public GitHub in 2025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28.65M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65960" y="1271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hardcoded secrets on public GitHub in 2025 — up 34% YoY, the largest single-year jump ever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65960" y="22311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growth in AI service credentials leaked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3191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leak rate for AI-assisted commits — roughly 2x the baseline for human-written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PROBLEM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24,008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172200" y="12710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secrets exposed in MCP configuration files on public GitHub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2,117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172200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were still valid, active credentials at time of discovery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172200" y="31912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incidents originate outside repos — in Slack, Jira, Confluence — already outside code 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MCP setup guides tell developers to hardcode API keys into config files — baking insecure patterns into the standard workflow.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GitGuardian State of Secrets Sprawl 2026  |  Help Net Security, April 14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Detection Is the Wrong Trigger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ROTATION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12710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secrets leaked in 2022 were still active and unrotated in 2026 — a 4-year open window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22311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credential incidents originate entirely outside code — in chat and project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00200" y="3191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increase in leaked secrets — accelerating, not slowing 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FIX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34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15000" y="1271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 — every AI tool, agent, and integration gets its own identity and credential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15000" y="22311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OAuth tokens — agents that inherit employee credentials create one trust thread attackers can walk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715000" y="3191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your intervention rate per 100 tasks?" and "What is the cleanup cost per intervention?"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"Identity is the new perimeter when AI agents act on your behalf."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GitGuardian State of Secrets Sprawl 2026  |  BDTechTalks, April 27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91640" y="2286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Good Looks Like When It Breaks: Claude 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— MAR 31,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12710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Claude Code source code accidentally exposed via npm package (59.8 MB source map)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line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22311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root cause — a single missing entry in .npmignore sent internal source to every developer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1,279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1640" y="3191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with 50+ consecutive autocompact failures — up to 3,272 failures per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&amp; THE FIX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344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2710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API calls per day globally from uncapped retry loops on failed sessions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1945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2311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fix: MAX_CONSECUTIVE_AUTOCOMPACT_FAILURES = 3. One constant. Stopped the bleeding.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31912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orgs have no visibility into equivalent waste in their own AI agent deployments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best-resourced AI lab in the world burned 250,000 API calls a day through a single uncapped loop — your org almost certainly has an equivalent you haven't found yet.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sabrina.dev  |  Layer5 Engineering  |  Alex Kim blog  |  March–April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Vectors. Zero Visibility.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E2545"/>
          </a:solidFill>
          <a:ln w="19050">
            <a:solidFill>
              <a:srgbClr val="E05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leaked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GitHub in 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E2545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88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old secrets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active in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E2545"/>
          </a:solidFill>
          <a:ln w="19050">
            <a:solidFill>
              <a:srgbClr val="F4A6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188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~250K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API calls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in one org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99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QUESTION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6440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rate per 100 tasks. </a:t>
            </a:r>
            <a:pPr algn="l" indent="0" marL="0">
              <a:buNone/>
            </a:pPr>
            <a:r>
              <a:rPr lang="en-US" sz="130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cost per intervention. Do you know yours?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your MCP config files?  </a:t>
            </a:r>
            <a:pPr algn="l"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agent have its own identity?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 dashboard for agent burn rate, </a:t>
            </a:r>
            <a:pPr algn="l" indent="0" marL="0">
              <a:buNone/>
            </a:pPr>
            <a:r>
              <a:rPr lang="en-US" sz="1200" b="1" dirty="0">
                <a:solidFill>
                  <a:srgbClr val="F4A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just a credit card alert?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"Breaches coming in 2026 will not look like those of 2024. Attackers don't need to beat your security team — they can walk through multiple companies on a single thread of inherited AI trust."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GitGuardian State of Secrets Sprawl 2026  |  YPO Technology Network AI Brief — June/July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AI Agents Leak Data and Money</dc:title>
  <dc:subject>PptxGenJS Presentation</dc:subject>
  <dc:creator>Harper / Improving</dc:creator>
  <cp:lastModifiedBy>Harper / Improving</cp:lastModifiedBy>
  <cp:revision>1</cp:revision>
  <dcterms:created xsi:type="dcterms:W3CDTF">2026-07-01T19:45:51Z</dcterms:created>
  <dcterms:modified xsi:type="dcterms:W3CDTF">2026-07-01T19:45:51Z</dcterms:modified>
</cp:coreProperties>
</file>
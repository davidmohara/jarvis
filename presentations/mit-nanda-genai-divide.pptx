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14800" dirty="0"/>
          </a:p>
        </p:txBody>
      </p:sp>
      <p:sp>
        <p:nvSpPr>
          <p:cNvPr id="3" name="Text 1"/>
          <p:cNvSpPr/>
          <p:nvPr/>
        </p:nvSpPr>
        <p:spPr>
          <a:xfrm>
            <a:off x="5394960" y="82296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AI pilots</a:t>
            </a:r>
            <a:endParaRPr lang="en-US" sz="2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no measurable</a:t>
            </a:r>
            <a:endParaRPr lang="en-US" sz="27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1430000" cy="54864"/>
          </a:xfrm>
          <a:prstGeom prst="rect">
            <a:avLst/>
          </a:prstGeom>
          <a:solidFill>
            <a:srgbClr val="5BC2A7"/>
          </a:solidFill>
          <a:ln w="12700">
            <a:solidFill>
              <a:srgbClr val="5BC2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NANDA: The GenAI Divide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AI in Business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2452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interviews  ·  350 employees surveyed  ·  300 public deployments analyzed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the 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calls it the Learning Gap — failure to integrate AI into workflows, structures, and culture.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56616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3566160" cy="73152"/>
          </a:xfrm>
          <a:prstGeom prst="rect">
            <a:avLst/>
          </a:prstGeom>
          <a:solidFill>
            <a:srgbClr val="4597D3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544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Budget Allocation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08483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of GenAI spend targets sales &amp; marketing — but the biggest ROI is in back-office operations and finance.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56616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3566160" cy="73152"/>
          </a:xfrm>
          <a:prstGeom prst="rect">
            <a:avLst/>
          </a:prstGeom>
          <a:solidFill>
            <a:srgbClr val="4597D3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5544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Builds Underperform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70832" y="208483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Vendor-built AI succeeds 67% of the time. Internal builds succeed only 1/3 as often. Buying beats building.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66160" cy="2514600"/>
          </a:xfrm>
          <a:prstGeom prst="rect">
            <a:avLst/>
          </a:prstGeom>
          <a:solidFill>
            <a:srgbClr val="F4F8FC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371600"/>
            <a:ext cx="3566160" cy="73152"/>
          </a:xfrm>
          <a:prstGeom prst="rect">
            <a:avLst/>
          </a:prstGeom>
          <a:solidFill>
            <a:srgbClr val="4597D3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55448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Move Too Slow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11312" y="208483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reaches full deployment in ~90 days. Large enterprises take 9+ months — and convert fewer pilots.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11612880" cy="658368"/>
          </a:xfrm>
          <a:prstGeom prst="rect">
            <a:avLst/>
          </a:prstGeom>
          <a:solidFill>
            <a:srgbClr val="005596"/>
          </a:solidFill>
          <a:ln w="12700">
            <a:solidFill>
              <a:srgbClr val="0055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78224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of 9 major sectors (Tech &amp; Media) show material business transformation from GenAI.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5% Do Differently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winners aren't smarter — they're structured differently.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Managers Drive Adoption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central AI labs or CoEs. Frontline managers own AI integration — not a dedicated center of excellence.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353312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148132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Learn Over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874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select platforms with memory, feedback loops, and contextual adaptation — not static point solutions.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72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31912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Vendor-First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buy specialized tools and build partnerships rather than defaulting to costly internal engineering builds.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5486400" cy="1572768"/>
          </a:xfrm>
          <a:prstGeom prst="rect">
            <a:avLst/>
          </a:prstGeom>
          <a:solidFill>
            <a:srgbClr val="252545"/>
          </a:solidFill>
          <a:ln w="12700">
            <a:solidFill>
              <a:srgbClr val="4597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3172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B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31912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97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Is 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5844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NANDA and MCP protocols point to agents that remember and act. Firms investing in agentic infrastructure now will lead in 2026.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MIT NANDA — The GenAI Divide: State of AI in Business 2025  |  fortune.com/2025/08/18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2026-06-01T13:42:04Z</dcterms:created>
  <dcterms:modified xsi:type="dcterms:W3CDTF">2026-06-01T13:42:04Z</dcterms:modified>
</cp:coreProperties>
</file>